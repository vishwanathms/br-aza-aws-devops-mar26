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28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6325B138-4389-4B94-80D4-EE900F4490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791" y="6028305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Diagram for Internet Facing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2596444" y="1862667"/>
            <a:ext cx="1732488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1343378" y="2527141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1343378" y="3509197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196799" y="2630311"/>
            <a:ext cx="1040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Internet Traffic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1490463" y="4698413"/>
            <a:ext cx="125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Public IP &amp;</a:t>
            </a:r>
            <a:br>
              <a:rPr lang="en-IN" dirty="0"/>
            </a:br>
            <a:r>
              <a:rPr lang="en-IN" dirty="0"/>
              <a:t>Public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1786388" y="1424108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3975934" y="149333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100DC-6A73-4E15-BDE7-B736DFBC6763}"/>
              </a:ext>
            </a:extLst>
          </p:cNvPr>
          <p:cNvSpPr txBox="1"/>
          <p:nvPr/>
        </p:nvSpPr>
        <p:spPr>
          <a:xfrm>
            <a:off x="4096696" y="4679601"/>
            <a:ext cx="1401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from Subnet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2FF102-939A-4472-A54E-1D65A980DFBD}"/>
              </a:ext>
            </a:extLst>
          </p:cNvPr>
          <p:cNvSpPr/>
          <p:nvPr/>
        </p:nvSpPr>
        <p:spPr>
          <a:xfrm>
            <a:off x="5717894" y="1862667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170A9-62E3-441A-A819-5E36E640E433}"/>
              </a:ext>
            </a:extLst>
          </p:cNvPr>
          <p:cNvSpPr/>
          <p:nvPr/>
        </p:nvSpPr>
        <p:spPr>
          <a:xfrm>
            <a:off x="5717894" y="2908289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79A53E-7964-4B38-9C65-9D56029056BA}"/>
              </a:ext>
            </a:extLst>
          </p:cNvPr>
          <p:cNvSpPr/>
          <p:nvPr/>
        </p:nvSpPr>
        <p:spPr>
          <a:xfrm>
            <a:off x="5717894" y="4005908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VM03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D7977-AEEA-4390-B674-E25DC1E3CA6B}"/>
              </a:ext>
            </a:extLst>
          </p:cNvPr>
          <p:cNvSpPr/>
          <p:nvPr/>
        </p:nvSpPr>
        <p:spPr>
          <a:xfrm>
            <a:off x="4340507" y="2025572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33B7510-2182-4D84-AF9B-1025C29F81A6}"/>
              </a:ext>
            </a:extLst>
          </p:cNvPr>
          <p:cNvSpPr/>
          <p:nvPr/>
        </p:nvSpPr>
        <p:spPr>
          <a:xfrm>
            <a:off x="4340507" y="3092671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C4E28FD-5AB0-4CCA-BE6D-0295812264AE}"/>
              </a:ext>
            </a:extLst>
          </p:cNvPr>
          <p:cNvSpPr/>
          <p:nvPr/>
        </p:nvSpPr>
        <p:spPr>
          <a:xfrm>
            <a:off x="4340507" y="4178763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690C2-E4ED-4B73-8CD9-3924D1C6B27F}"/>
              </a:ext>
            </a:extLst>
          </p:cNvPr>
          <p:cNvSpPr txBox="1"/>
          <p:nvPr/>
        </p:nvSpPr>
        <p:spPr>
          <a:xfrm>
            <a:off x="5497975" y="1383694"/>
            <a:ext cx="229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Vishwacloudlab.com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B2D26-531F-4C4A-A339-C928A9C27983}"/>
              </a:ext>
            </a:extLst>
          </p:cNvPr>
          <p:cNvSpPr txBox="1"/>
          <p:nvPr/>
        </p:nvSpPr>
        <p:spPr>
          <a:xfrm>
            <a:off x="167390" y="3429000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- 90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C1B97-D4B5-4549-AD3D-538AE2085511}"/>
              </a:ext>
            </a:extLst>
          </p:cNvPr>
          <p:cNvSpPr txBox="1"/>
          <p:nvPr/>
        </p:nvSpPr>
        <p:spPr>
          <a:xfrm>
            <a:off x="5180014" y="339490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24BC3-E223-4CD2-8C5B-C62A119602F5}"/>
              </a:ext>
            </a:extLst>
          </p:cNvPr>
          <p:cNvSpPr txBox="1"/>
          <p:nvPr/>
        </p:nvSpPr>
        <p:spPr>
          <a:xfrm>
            <a:off x="5168439" y="235848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87119-6783-4626-950F-40F75967EBA5}"/>
              </a:ext>
            </a:extLst>
          </p:cNvPr>
          <p:cNvSpPr txBox="1"/>
          <p:nvPr/>
        </p:nvSpPr>
        <p:spPr>
          <a:xfrm>
            <a:off x="5161923" y="452979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</p:spTree>
    <p:extLst>
      <p:ext uri="{BB962C8B-B14F-4D97-AF65-F5344CB8AC3E}">
        <p14:creationId xmlns:p14="http://schemas.microsoft.com/office/powerpoint/2010/main" val="2320725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Diagram for Internal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2596444" y="1862667"/>
            <a:ext cx="1117600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1343378" y="2133600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27D56FC-F531-47A1-A000-09BE8A112EE7}"/>
              </a:ext>
            </a:extLst>
          </p:cNvPr>
          <p:cNvSpPr/>
          <p:nvPr/>
        </p:nvSpPr>
        <p:spPr>
          <a:xfrm>
            <a:off x="1343378" y="3012157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1343378" y="3890714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196799" y="2630311"/>
            <a:ext cx="1040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Access inside VPC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1343378" y="4698413"/>
            <a:ext cx="1400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&amp;</a:t>
            </a:r>
            <a:br>
              <a:rPr lang="en-IN" dirty="0"/>
            </a:br>
            <a:r>
              <a:rPr lang="en-IN" dirty="0"/>
              <a:t>Private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1786388" y="1424108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3478222" y="1422062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</p:spTree>
    <p:extLst>
      <p:ext uri="{BB962C8B-B14F-4D97-AF65-F5344CB8AC3E}">
        <p14:creationId xmlns:p14="http://schemas.microsoft.com/office/powerpoint/2010/main" val="85365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6930</TotalTime>
  <Words>56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Engravers MT</vt:lpstr>
      <vt:lpstr>Office Theme</vt:lpstr>
      <vt:lpstr>Retrospect</vt:lpstr>
      <vt:lpstr>Scenario Diagram for Internet Facing</vt:lpstr>
      <vt:lpstr>Scenario Diagram for Internal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Vishwanath Ms</cp:lastModifiedBy>
  <cp:revision>92</cp:revision>
  <dcterms:created xsi:type="dcterms:W3CDTF">2018-07-27T15:06:26Z</dcterms:created>
  <dcterms:modified xsi:type="dcterms:W3CDTF">2021-07-22T02:14:30Z</dcterms:modified>
</cp:coreProperties>
</file>