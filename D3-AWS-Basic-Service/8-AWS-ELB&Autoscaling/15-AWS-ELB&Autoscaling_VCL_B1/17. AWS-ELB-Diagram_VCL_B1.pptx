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8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 descr="A logo with a cloud and a purple and yellow line&#10;&#10;Description automatically generated with medium confidence">
            <a:extLst>
              <a:ext uri="{FF2B5EF4-FFF2-40B4-BE49-F238E27FC236}">
                <a16:creationId xmlns:a16="http://schemas.microsoft.com/office/drawing/2014/main" id="{018F1324-F0C5-18D9-3196-8ADD909D09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5636"/>
            <a:ext cx="1698774" cy="113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7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15" y="256274"/>
            <a:ext cx="10515600" cy="849526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4434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4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039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32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74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0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34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11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722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41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44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95000">
              <a:schemeClr val="accent6">
                <a:lumMod val="40000"/>
                <a:lumOff val="60000"/>
              </a:schemeClr>
            </a:gs>
            <a:gs pos="59000">
              <a:schemeClr val="accent6">
                <a:lumMod val="60000"/>
                <a:lumOff val="40000"/>
              </a:schemeClr>
            </a:gs>
            <a:gs pos="0">
              <a:schemeClr val="accent6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D63C0554-995B-6D86-8D27-F68EAD59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130" y="-68240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A logo with a cloud and a purple and yellow line&#10;&#10;Description automatically generated with medium confidence">
            <a:extLst>
              <a:ext uri="{FF2B5EF4-FFF2-40B4-BE49-F238E27FC236}">
                <a16:creationId xmlns:a16="http://schemas.microsoft.com/office/drawing/2014/main" id="{0327C652-8BED-0DDE-D77A-7D7E02A8C5D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7" y="5932386"/>
            <a:ext cx="1388162" cy="9282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661309-D761-75CF-E0E7-CC2295ECED87}"/>
              </a:ext>
            </a:extLst>
          </p:cNvPr>
          <p:cNvSpPr txBox="1"/>
          <p:nvPr/>
        </p:nvSpPr>
        <p:spPr>
          <a:xfrm>
            <a:off x="10022335" y="6503063"/>
            <a:ext cx="215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VISHWACLOUDLAB.IN</a:t>
            </a:r>
            <a:endParaRPr lang="en-IN" sz="1600" dirty="0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20031257-B333-1067-9F1B-AD2671537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207" y="-80864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3">
            <a:extLst>
              <a:ext uri="{FF2B5EF4-FFF2-40B4-BE49-F238E27FC236}">
                <a16:creationId xmlns:a16="http://schemas.microsoft.com/office/drawing/2014/main" id="{7CC90B26-4C11-0686-ABE1-DF6C0DAAD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634" y="-119371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23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3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Diagram for Internet Facing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02E15-3981-47BF-9308-E910FF63BBDC}"/>
              </a:ext>
            </a:extLst>
          </p:cNvPr>
          <p:cNvSpPr/>
          <p:nvPr/>
        </p:nvSpPr>
        <p:spPr>
          <a:xfrm>
            <a:off x="4363512" y="1876315"/>
            <a:ext cx="1732488" cy="2777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Load Balancer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9E755B-F297-4F95-A7C4-AF6C2D2B069A}"/>
              </a:ext>
            </a:extLst>
          </p:cNvPr>
          <p:cNvSpPr/>
          <p:nvPr/>
        </p:nvSpPr>
        <p:spPr>
          <a:xfrm>
            <a:off x="3110446" y="2540789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0F4C03-0F28-4F5B-BE7A-FF41CD63E096}"/>
              </a:ext>
            </a:extLst>
          </p:cNvPr>
          <p:cNvSpPr/>
          <p:nvPr/>
        </p:nvSpPr>
        <p:spPr>
          <a:xfrm>
            <a:off x="3110446" y="3522845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47B-AEF2-4B17-BF04-F902B7157E5D}"/>
              </a:ext>
            </a:extLst>
          </p:cNvPr>
          <p:cNvSpPr txBox="1"/>
          <p:nvPr/>
        </p:nvSpPr>
        <p:spPr>
          <a:xfrm>
            <a:off x="1963867" y="2643959"/>
            <a:ext cx="1040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Internet Traffic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2D6B6-056A-4BF6-B77F-9506AC0BD44A}"/>
              </a:ext>
            </a:extLst>
          </p:cNvPr>
          <p:cNvSpPr txBox="1"/>
          <p:nvPr/>
        </p:nvSpPr>
        <p:spPr>
          <a:xfrm>
            <a:off x="3257531" y="4712061"/>
            <a:ext cx="125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Public IP &amp;</a:t>
            </a:r>
            <a:br>
              <a:rPr lang="en-IN" dirty="0"/>
            </a:br>
            <a:r>
              <a:rPr lang="en-IN" dirty="0"/>
              <a:t>Public DNS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36818-3259-4D7C-B505-1C07F104F151}"/>
              </a:ext>
            </a:extLst>
          </p:cNvPr>
          <p:cNvSpPr txBox="1"/>
          <p:nvPr/>
        </p:nvSpPr>
        <p:spPr>
          <a:xfrm>
            <a:off x="3553456" y="1437756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External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CE167-1D40-4FA7-B6A1-6D7F52DFA0C7}"/>
              </a:ext>
            </a:extLst>
          </p:cNvPr>
          <p:cNvSpPr txBox="1"/>
          <p:nvPr/>
        </p:nvSpPr>
        <p:spPr>
          <a:xfrm>
            <a:off x="5743002" y="1506983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100DC-6A73-4E15-BDE7-B736DFBC6763}"/>
              </a:ext>
            </a:extLst>
          </p:cNvPr>
          <p:cNvSpPr txBox="1"/>
          <p:nvPr/>
        </p:nvSpPr>
        <p:spPr>
          <a:xfrm>
            <a:off x="5863764" y="4693249"/>
            <a:ext cx="1401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Private IP from Subnet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2FF102-939A-4472-A54E-1D65A980DFBD}"/>
              </a:ext>
            </a:extLst>
          </p:cNvPr>
          <p:cNvSpPr/>
          <p:nvPr/>
        </p:nvSpPr>
        <p:spPr>
          <a:xfrm>
            <a:off x="7484962" y="1876315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2170A9-62E3-441A-A819-5E36E640E433}"/>
              </a:ext>
            </a:extLst>
          </p:cNvPr>
          <p:cNvSpPr/>
          <p:nvPr/>
        </p:nvSpPr>
        <p:spPr>
          <a:xfrm>
            <a:off x="7484962" y="2921937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79A53E-7964-4B38-9C65-9D56029056BA}"/>
              </a:ext>
            </a:extLst>
          </p:cNvPr>
          <p:cNvSpPr/>
          <p:nvPr/>
        </p:nvSpPr>
        <p:spPr>
          <a:xfrm>
            <a:off x="7484962" y="4019556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VM03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D7977-AEEA-4390-B674-E25DC1E3CA6B}"/>
              </a:ext>
            </a:extLst>
          </p:cNvPr>
          <p:cNvSpPr/>
          <p:nvPr/>
        </p:nvSpPr>
        <p:spPr>
          <a:xfrm>
            <a:off x="6107575" y="2039220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33B7510-2182-4D84-AF9B-1025C29F81A6}"/>
              </a:ext>
            </a:extLst>
          </p:cNvPr>
          <p:cNvSpPr/>
          <p:nvPr/>
        </p:nvSpPr>
        <p:spPr>
          <a:xfrm>
            <a:off x="6107575" y="3106319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C4E28FD-5AB0-4CCA-BE6D-0295812264AE}"/>
              </a:ext>
            </a:extLst>
          </p:cNvPr>
          <p:cNvSpPr/>
          <p:nvPr/>
        </p:nvSpPr>
        <p:spPr>
          <a:xfrm>
            <a:off x="6107575" y="4192411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690C2-E4ED-4B73-8CD9-3924D1C6B27F}"/>
              </a:ext>
            </a:extLst>
          </p:cNvPr>
          <p:cNvSpPr txBox="1"/>
          <p:nvPr/>
        </p:nvSpPr>
        <p:spPr>
          <a:xfrm>
            <a:off x="7265043" y="1397342"/>
            <a:ext cx="229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Vishwacloudlab.com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B2D26-531F-4C4A-A339-C928A9C27983}"/>
              </a:ext>
            </a:extLst>
          </p:cNvPr>
          <p:cNvSpPr txBox="1"/>
          <p:nvPr/>
        </p:nvSpPr>
        <p:spPr>
          <a:xfrm>
            <a:off x="1934458" y="3442648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- 90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C1B97-D4B5-4549-AD3D-538AE2085511}"/>
              </a:ext>
            </a:extLst>
          </p:cNvPr>
          <p:cNvSpPr txBox="1"/>
          <p:nvPr/>
        </p:nvSpPr>
        <p:spPr>
          <a:xfrm>
            <a:off x="6947082" y="3408551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924BC3-E223-4CD2-8C5B-C62A119602F5}"/>
              </a:ext>
            </a:extLst>
          </p:cNvPr>
          <p:cNvSpPr txBox="1"/>
          <p:nvPr/>
        </p:nvSpPr>
        <p:spPr>
          <a:xfrm>
            <a:off x="6935507" y="2372133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87119-6783-4626-950F-40F75967EBA5}"/>
              </a:ext>
            </a:extLst>
          </p:cNvPr>
          <p:cNvSpPr txBox="1"/>
          <p:nvPr/>
        </p:nvSpPr>
        <p:spPr>
          <a:xfrm>
            <a:off x="6928991" y="4543443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</p:spTree>
    <p:extLst>
      <p:ext uri="{BB962C8B-B14F-4D97-AF65-F5344CB8AC3E}">
        <p14:creationId xmlns:p14="http://schemas.microsoft.com/office/powerpoint/2010/main" val="232072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Diagram for Internal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02E15-3981-47BF-9308-E910FF63BBDC}"/>
              </a:ext>
            </a:extLst>
          </p:cNvPr>
          <p:cNvSpPr/>
          <p:nvPr/>
        </p:nvSpPr>
        <p:spPr>
          <a:xfrm>
            <a:off x="5396794" y="1819804"/>
            <a:ext cx="1117600" cy="2777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Load Balancer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9E755B-F297-4F95-A7C4-AF6C2D2B069A}"/>
              </a:ext>
            </a:extLst>
          </p:cNvPr>
          <p:cNvSpPr/>
          <p:nvPr/>
        </p:nvSpPr>
        <p:spPr>
          <a:xfrm>
            <a:off x="4143728" y="2090737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27D56FC-F531-47A1-A000-09BE8A112EE7}"/>
              </a:ext>
            </a:extLst>
          </p:cNvPr>
          <p:cNvSpPr/>
          <p:nvPr/>
        </p:nvSpPr>
        <p:spPr>
          <a:xfrm>
            <a:off x="4143728" y="2969294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0F4C03-0F28-4F5B-BE7A-FF41CD63E096}"/>
              </a:ext>
            </a:extLst>
          </p:cNvPr>
          <p:cNvSpPr/>
          <p:nvPr/>
        </p:nvSpPr>
        <p:spPr>
          <a:xfrm>
            <a:off x="4143728" y="3847851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47B-AEF2-4B17-BF04-F902B7157E5D}"/>
              </a:ext>
            </a:extLst>
          </p:cNvPr>
          <p:cNvSpPr txBox="1"/>
          <p:nvPr/>
        </p:nvSpPr>
        <p:spPr>
          <a:xfrm>
            <a:off x="2997149" y="2587448"/>
            <a:ext cx="1040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Access inside VPC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2D6B6-056A-4BF6-B77F-9506AC0BD44A}"/>
              </a:ext>
            </a:extLst>
          </p:cNvPr>
          <p:cNvSpPr txBox="1"/>
          <p:nvPr/>
        </p:nvSpPr>
        <p:spPr>
          <a:xfrm>
            <a:off x="4143728" y="4655550"/>
            <a:ext cx="1400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Private IP &amp;</a:t>
            </a:r>
            <a:br>
              <a:rPr lang="en-IN" dirty="0"/>
            </a:br>
            <a:r>
              <a:rPr lang="en-IN" dirty="0"/>
              <a:t>Private DNS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36818-3259-4D7C-B505-1C07F104F151}"/>
              </a:ext>
            </a:extLst>
          </p:cNvPr>
          <p:cNvSpPr txBox="1"/>
          <p:nvPr/>
        </p:nvSpPr>
        <p:spPr>
          <a:xfrm>
            <a:off x="4586738" y="138124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CE167-1D40-4FA7-B6A1-6D7F52DFA0C7}"/>
              </a:ext>
            </a:extLst>
          </p:cNvPr>
          <p:cNvSpPr txBox="1"/>
          <p:nvPr/>
        </p:nvSpPr>
        <p:spPr>
          <a:xfrm>
            <a:off x="6278572" y="1379199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Inside</a:t>
            </a:r>
          </a:p>
        </p:txBody>
      </p:sp>
    </p:spTree>
    <p:extLst>
      <p:ext uri="{BB962C8B-B14F-4D97-AF65-F5344CB8AC3E}">
        <p14:creationId xmlns:p14="http://schemas.microsoft.com/office/powerpoint/2010/main" val="85365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VCL_gree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CL_green" id="{100DCB1D-2A3D-4363-A119-BF5C73EBD559}" vid="{440B0097-36DF-4DB0-8E36-D132FD5CE6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VCL_green</Template>
  <TotalTime>6933</TotalTime>
  <Words>56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VCL_green</vt:lpstr>
      <vt:lpstr>Scenario Diagram for Internet Facing</vt:lpstr>
      <vt:lpstr>Scenario Diagram for Internal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Glacier</dc:title>
  <dc:creator>S, Vishwanath</dc:creator>
  <cp:lastModifiedBy>L Bharathi</cp:lastModifiedBy>
  <cp:revision>93</cp:revision>
  <dcterms:created xsi:type="dcterms:W3CDTF">2018-07-27T15:06:26Z</dcterms:created>
  <dcterms:modified xsi:type="dcterms:W3CDTF">2024-09-06T18:14:07Z</dcterms:modified>
</cp:coreProperties>
</file>