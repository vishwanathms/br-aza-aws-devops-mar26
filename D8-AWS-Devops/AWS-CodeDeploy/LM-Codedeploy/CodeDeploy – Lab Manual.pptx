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91" d="100"/>
          <a:sy n="91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3345-35FC-4398-A621-04D80CBD1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B8B19-FFBA-4143-BFFC-79457C26F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A9BF3-7ABD-4C01-9C7D-166F8417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1F6F6-6BDA-46DE-91CF-680B0A74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E1B19-9934-4E89-9739-2C4558D2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15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077F-CADC-4F04-B151-D4A504B9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F17A-4763-472D-BFED-1F3538E2D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28CA5-BB39-4364-93B7-FB92E24B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63CEA-2C18-4EEE-A73A-F14DDDBA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CE28-94C5-477E-87B5-0B4FB1F9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10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80DF-F613-4131-A047-9A7B1A0D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82ABE-390B-4049-AD98-F00D7FB12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83256-44F9-4602-ACE4-9EA7A269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0ACD-D30A-4E1F-A1BD-F73F3281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191EB-26D8-46C3-B9ED-9E0DE956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54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0627-4DA9-443A-9A01-0BB0BD857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79872-A5F0-43FE-A1C0-A2B0DFB72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6C104-3931-4960-B615-54134245D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73426-F11E-4EA1-9F42-8A6C5957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8A27-C722-4561-A82C-0E52C573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46367-035F-4E0F-9853-FED94E2D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9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5B19-42B4-4109-8D14-6BECFC29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DBC8F-D7D8-475F-B3E0-C4FE48C35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8B2D7-C589-4F40-8728-EFEB6E08F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4501B-818A-40D8-B52B-946B63F61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37996-F422-4A6B-8D99-5153CE802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528DE-B549-490F-AB99-2D890890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555361-990F-4084-A05B-4CAB3C5CA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4EC06-56D1-4CB5-A2A2-65298540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4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EB96-2E9F-49BB-9D2E-15EBD197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90AC0-E5F0-461A-9183-3C064128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860E5-314B-4285-AAF5-EBEBD988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0F29B-12EB-4D88-8E03-B079DCCF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7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D3501-1BD7-47FC-A6B7-3EAFE5FE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4CAEE-F999-475F-BA0A-29342E3B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4C946-B52A-4895-A7E9-E200C024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336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EDFB-2E52-4770-9A41-8CDCE921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24837-16A0-4BD8-BC58-D9B58337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53668-A4F5-4594-A005-08CFFD22B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FBEFB-C743-40EE-BBB5-21D26523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1F23F-0C86-4898-8880-862D37A7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F1FA9-8E46-4459-BEA3-8B7E7B5D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54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3657-3BAB-446D-B90F-868D77CDC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43321-7EC0-40B0-BBC8-73D475F9F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5EF89-7EA6-4995-AECD-06B90BA18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F3C3A-00A0-415E-8A9D-12F2A89C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C3F19-273A-41AF-9777-2AF2689F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75AA9-40E3-49F5-B27B-8C5E1CEF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43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3791-DC59-45E5-B6E6-13998610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FCA8C-ACBD-4F54-8586-7CBB44743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E27D3-7AE1-49A9-9A1E-31D02C3B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ABDB5-9E1E-4A8D-AB22-7E5CB3B88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FCC4E-A068-4CE3-8B8D-CCB7F7C7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87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40834D-FFFA-4F7D-8E82-14BA1CF67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352EA-6BD3-4F67-950C-99D9B3D3B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594C5-FF94-4802-85BC-64991302D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0C72-4D6B-496D-AF23-FFBC9CAA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5887F-C71B-49DD-81F7-064A1CFC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82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A7E52-C76B-4E51-9E8B-AE530E62B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20530-2D48-4D44-BB14-EAED6CFB8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705BB-0CAD-44D7-8833-7240256D5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19B1D-272D-46FD-B43C-592CA719CEFD}" type="datetimeFigureOut">
              <a:rPr lang="en-IN" smtClean="0"/>
              <a:t>14-05-2020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531E0-EC5E-4D30-8AB5-7D6120497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CCCE-144F-4241-A08A-075286917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2829F-D150-4DD2-A5FA-A98C33D9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17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8A99-690C-45A8-9DFC-AE12D45232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CodeDeploy – Lab Scenario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138F4-220C-43EB-B17F-03424F8F3D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33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18D7-C807-4EA5-9D1C-DBD039D6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CodeDeploy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F3906-651E-41B0-A925-3E1ECD43D7DA}"/>
              </a:ext>
            </a:extLst>
          </p:cNvPr>
          <p:cNvSpPr/>
          <p:nvPr/>
        </p:nvSpPr>
        <p:spPr>
          <a:xfrm>
            <a:off x="1440642" y="3430152"/>
            <a:ext cx="1463013" cy="968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EC2 Instance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B9101-96EF-416B-A59D-53D3A2091906}"/>
              </a:ext>
            </a:extLst>
          </p:cNvPr>
          <p:cNvSpPr/>
          <p:nvPr/>
        </p:nvSpPr>
        <p:spPr>
          <a:xfrm>
            <a:off x="3740623" y="3430152"/>
            <a:ext cx="1463013" cy="968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Zip file in the EC2 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69AADE7-1936-4E8C-97A5-BB2522FCBAAE}"/>
              </a:ext>
            </a:extLst>
          </p:cNvPr>
          <p:cNvSpPr/>
          <p:nvPr/>
        </p:nvSpPr>
        <p:spPr>
          <a:xfrm rot="16200000">
            <a:off x="3020802" y="3495887"/>
            <a:ext cx="602675" cy="836968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55D263-31C1-4E33-A0C5-D1288D07B0A0}"/>
              </a:ext>
            </a:extLst>
          </p:cNvPr>
          <p:cNvSpPr/>
          <p:nvPr/>
        </p:nvSpPr>
        <p:spPr>
          <a:xfrm>
            <a:off x="3740623" y="1443359"/>
            <a:ext cx="1463013" cy="9684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CodeDeploy</a:t>
            </a:r>
          </a:p>
          <a:p>
            <a:pPr algn="ctr"/>
            <a:r>
              <a:rPr lang="en-IN" dirty="0"/>
              <a:t>Copy zip from </a:t>
            </a:r>
            <a:r>
              <a:rPr lang="en-IN" sz="2400" b="1" dirty="0"/>
              <a:t>S3</a:t>
            </a:r>
            <a:endParaRPr lang="en-IN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9B207C-682C-462C-AE23-F3F29FDA4808}"/>
              </a:ext>
            </a:extLst>
          </p:cNvPr>
          <p:cNvSpPr/>
          <p:nvPr/>
        </p:nvSpPr>
        <p:spPr>
          <a:xfrm>
            <a:off x="6040604" y="3435777"/>
            <a:ext cx="1463013" cy="968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EC2 with HTTPD installed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11D3369-792F-49D9-8D3D-CDA0CF49D030}"/>
              </a:ext>
            </a:extLst>
          </p:cNvPr>
          <p:cNvSpPr/>
          <p:nvPr/>
        </p:nvSpPr>
        <p:spPr>
          <a:xfrm rot="16200000">
            <a:off x="5320783" y="3501512"/>
            <a:ext cx="602675" cy="836968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31C2A76-9670-4577-A846-30A676A814EF}"/>
              </a:ext>
            </a:extLst>
          </p:cNvPr>
          <p:cNvSpPr/>
          <p:nvPr/>
        </p:nvSpPr>
        <p:spPr>
          <a:xfrm>
            <a:off x="4170791" y="2411798"/>
            <a:ext cx="602675" cy="101835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761E6F-75D3-4945-AD4E-3719BB105443}"/>
              </a:ext>
            </a:extLst>
          </p:cNvPr>
          <p:cNvSpPr/>
          <p:nvPr/>
        </p:nvSpPr>
        <p:spPr>
          <a:xfrm>
            <a:off x="6040602" y="1173270"/>
            <a:ext cx="1463013" cy="12385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CodeDeploy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Install HTTPD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7EAE2F0-CA30-421F-983F-ACE30C402F28}"/>
              </a:ext>
            </a:extLst>
          </p:cNvPr>
          <p:cNvSpPr/>
          <p:nvPr/>
        </p:nvSpPr>
        <p:spPr>
          <a:xfrm>
            <a:off x="6470770" y="2411798"/>
            <a:ext cx="602675" cy="101835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7B7211-7744-4F42-B1A8-DC055DBCCBB2}"/>
              </a:ext>
            </a:extLst>
          </p:cNvPr>
          <p:cNvSpPr/>
          <p:nvPr/>
        </p:nvSpPr>
        <p:spPr>
          <a:xfrm>
            <a:off x="8340578" y="3429000"/>
            <a:ext cx="1463013" cy="968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EC2 with Website Ready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3D26152-6969-44DB-9C23-1B872E88C122}"/>
              </a:ext>
            </a:extLst>
          </p:cNvPr>
          <p:cNvSpPr/>
          <p:nvPr/>
        </p:nvSpPr>
        <p:spPr>
          <a:xfrm rot="16200000">
            <a:off x="7620757" y="3494735"/>
            <a:ext cx="602675" cy="836968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C757A5-301F-4689-B164-EA94BBF4F5EE}"/>
              </a:ext>
            </a:extLst>
          </p:cNvPr>
          <p:cNvSpPr/>
          <p:nvPr/>
        </p:nvSpPr>
        <p:spPr>
          <a:xfrm>
            <a:off x="8340576" y="1166493"/>
            <a:ext cx="1463013" cy="12385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CodeDeploy</a:t>
            </a:r>
          </a:p>
          <a:p>
            <a:pPr algn="ctr"/>
            <a:r>
              <a:rPr lang="en-IN" dirty="0"/>
              <a:t>Copy </a:t>
            </a:r>
            <a:r>
              <a:rPr lang="en-IN" dirty="0">
                <a:solidFill>
                  <a:srgbClr val="0070C0"/>
                </a:solidFill>
              </a:rPr>
              <a:t>“index.html”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D103873-67F8-4C72-B849-A1DCD2CB80F2}"/>
              </a:ext>
            </a:extLst>
          </p:cNvPr>
          <p:cNvSpPr/>
          <p:nvPr/>
        </p:nvSpPr>
        <p:spPr>
          <a:xfrm>
            <a:off x="8770744" y="2405021"/>
            <a:ext cx="602675" cy="101835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236D5B-ED7F-4C94-A941-A9256F76A60B}"/>
              </a:ext>
            </a:extLst>
          </p:cNvPr>
          <p:cNvSpPr/>
          <p:nvPr/>
        </p:nvSpPr>
        <p:spPr>
          <a:xfrm>
            <a:off x="3740621" y="5327927"/>
            <a:ext cx="1463013" cy="96844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S3 Bucket</a:t>
            </a: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8964BBDA-1B3A-4C5E-9048-6A7A11ADE3AC}"/>
              </a:ext>
            </a:extLst>
          </p:cNvPr>
          <p:cNvSpPr/>
          <p:nvPr/>
        </p:nvSpPr>
        <p:spPr>
          <a:xfrm>
            <a:off x="4170788" y="4397440"/>
            <a:ext cx="637600" cy="916578"/>
          </a:xfrm>
          <a:prstGeom prst="up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EAD4E4-7C8F-4B7C-9570-80EA9FF996A5}"/>
              </a:ext>
            </a:extLst>
          </p:cNvPr>
          <p:cNvSpPr/>
          <p:nvPr/>
        </p:nvSpPr>
        <p:spPr>
          <a:xfrm>
            <a:off x="3127560" y="4412501"/>
            <a:ext cx="12959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IAM Role for EC2 access S3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7544BD-C71D-4AA2-8682-24026B85F432}"/>
              </a:ext>
            </a:extLst>
          </p:cNvPr>
          <p:cNvSpPr/>
          <p:nvPr/>
        </p:nvSpPr>
        <p:spPr>
          <a:xfrm>
            <a:off x="7073445" y="2459310"/>
            <a:ext cx="14630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IAM Role for </a:t>
            </a:r>
            <a:r>
              <a:rPr lang="en-IN" dirty="0" err="1"/>
              <a:t>CodeDepoy</a:t>
            </a:r>
            <a:r>
              <a:rPr lang="en-IN" dirty="0"/>
              <a:t> access EC2</a:t>
            </a:r>
          </a:p>
        </p:txBody>
      </p:sp>
    </p:spTree>
    <p:extLst>
      <p:ext uri="{BB962C8B-B14F-4D97-AF65-F5344CB8AC3E}">
        <p14:creationId xmlns:p14="http://schemas.microsoft.com/office/powerpoint/2010/main" val="387689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CodeDeploy – Lab Scenario</vt:lpstr>
      <vt:lpstr>CodeDeploy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CodeDeploy – Lab Scenario</dc:title>
  <dc:creator>Vishwanath Ms</dc:creator>
  <cp:lastModifiedBy>Vishwanath Ms</cp:lastModifiedBy>
  <cp:revision>2</cp:revision>
  <dcterms:created xsi:type="dcterms:W3CDTF">2020-05-14T15:36:16Z</dcterms:created>
  <dcterms:modified xsi:type="dcterms:W3CDTF">2020-05-14T15:37:01Z</dcterms:modified>
</cp:coreProperties>
</file>