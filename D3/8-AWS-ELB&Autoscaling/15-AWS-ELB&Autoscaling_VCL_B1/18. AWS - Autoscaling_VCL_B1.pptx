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3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C09776-E8E3-4F83-BE74-E6F940A532C9}" type="doc">
      <dgm:prSet loTypeId="urn:microsoft.com/office/officeart/2005/8/layout/hList1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C390F69-A6A6-4AFE-BD3C-92FD024CE6D4}">
      <dgm:prSet/>
      <dgm:spPr/>
      <dgm:t>
        <a:bodyPr/>
        <a:lstStyle/>
        <a:p>
          <a:r>
            <a:rPr lang="en-US"/>
            <a:t>Multiple options are</a:t>
          </a:r>
        </a:p>
      </dgm:t>
    </dgm:pt>
    <dgm:pt modelId="{3A012E00-9051-4824-BCF0-1FE0787D6B40}" type="parTrans" cxnId="{2C379AC0-1C33-4B1A-AA9D-C0E9347B4F4C}">
      <dgm:prSet/>
      <dgm:spPr/>
      <dgm:t>
        <a:bodyPr/>
        <a:lstStyle/>
        <a:p>
          <a:endParaRPr lang="en-US"/>
        </a:p>
      </dgm:t>
    </dgm:pt>
    <dgm:pt modelId="{70938713-5D63-4126-890F-66B0DEAEF7F3}" type="sibTrans" cxnId="{2C379AC0-1C33-4B1A-AA9D-C0E9347B4F4C}">
      <dgm:prSet/>
      <dgm:spPr/>
      <dgm:t>
        <a:bodyPr/>
        <a:lstStyle/>
        <a:p>
          <a:endParaRPr lang="en-US"/>
        </a:p>
      </dgm:t>
    </dgm:pt>
    <dgm:pt modelId="{0CDEB93F-CFC9-4FBE-B29D-E1BDF45A8A5A}">
      <dgm:prSet/>
      <dgm:spPr/>
      <dgm:t>
        <a:bodyPr/>
        <a:lstStyle/>
        <a:p>
          <a:r>
            <a:rPr lang="en-US"/>
            <a:t>Application Load Balancer</a:t>
          </a:r>
        </a:p>
      </dgm:t>
    </dgm:pt>
    <dgm:pt modelId="{0BACB4A6-F48B-4794-98B0-C542F07E32CC}" type="parTrans" cxnId="{236AD10A-77C6-44EA-8F5F-2F537412A77C}">
      <dgm:prSet/>
      <dgm:spPr/>
      <dgm:t>
        <a:bodyPr/>
        <a:lstStyle/>
        <a:p>
          <a:endParaRPr lang="en-US"/>
        </a:p>
      </dgm:t>
    </dgm:pt>
    <dgm:pt modelId="{91B6E7CA-2E8C-4F6A-AFD8-D8A9DF72299D}" type="sibTrans" cxnId="{236AD10A-77C6-44EA-8F5F-2F537412A77C}">
      <dgm:prSet/>
      <dgm:spPr/>
      <dgm:t>
        <a:bodyPr/>
        <a:lstStyle/>
        <a:p>
          <a:endParaRPr lang="en-US"/>
        </a:p>
      </dgm:t>
    </dgm:pt>
    <dgm:pt modelId="{0E121A8B-2EB7-42BE-BB79-335BF70124ED}">
      <dgm:prSet/>
      <dgm:spPr/>
      <dgm:t>
        <a:bodyPr/>
        <a:lstStyle/>
        <a:p>
          <a:r>
            <a:rPr lang="en-US"/>
            <a:t>Network Load Balancer</a:t>
          </a:r>
        </a:p>
      </dgm:t>
    </dgm:pt>
    <dgm:pt modelId="{33241970-0B0D-4D95-A4A9-61DB8B22214C}" type="parTrans" cxnId="{576C1183-EACF-43EE-80FC-7063B8DE75C1}">
      <dgm:prSet/>
      <dgm:spPr/>
      <dgm:t>
        <a:bodyPr/>
        <a:lstStyle/>
        <a:p>
          <a:endParaRPr lang="en-US"/>
        </a:p>
      </dgm:t>
    </dgm:pt>
    <dgm:pt modelId="{DDDBDC79-9451-45B3-969F-78980BF75A62}" type="sibTrans" cxnId="{576C1183-EACF-43EE-80FC-7063B8DE75C1}">
      <dgm:prSet/>
      <dgm:spPr/>
      <dgm:t>
        <a:bodyPr/>
        <a:lstStyle/>
        <a:p>
          <a:endParaRPr lang="en-US"/>
        </a:p>
      </dgm:t>
    </dgm:pt>
    <dgm:pt modelId="{8C69C093-AE07-4D79-96A9-13A0A415FD22}">
      <dgm:prSet/>
      <dgm:spPr/>
      <dgm:t>
        <a:bodyPr/>
        <a:lstStyle/>
        <a:p>
          <a:r>
            <a:rPr lang="en-US"/>
            <a:t>AWS Classic Load Balancer</a:t>
          </a:r>
        </a:p>
      </dgm:t>
    </dgm:pt>
    <dgm:pt modelId="{0F786FC0-46EE-45E9-8899-8620496CFE3C}" type="parTrans" cxnId="{C4BE024A-0E0E-4230-9A5E-AED207B423C0}">
      <dgm:prSet/>
      <dgm:spPr/>
      <dgm:t>
        <a:bodyPr/>
        <a:lstStyle/>
        <a:p>
          <a:endParaRPr lang="en-US"/>
        </a:p>
      </dgm:t>
    </dgm:pt>
    <dgm:pt modelId="{2349A9C7-16F7-4402-A692-B517AA92248B}" type="sibTrans" cxnId="{C4BE024A-0E0E-4230-9A5E-AED207B423C0}">
      <dgm:prSet/>
      <dgm:spPr/>
      <dgm:t>
        <a:bodyPr/>
        <a:lstStyle/>
        <a:p>
          <a:endParaRPr lang="en-US"/>
        </a:p>
      </dgm:t>
    </dgm:pt>
    <dgm:pt modelId="{335D836C-86C7-43F0-BA56-2C712FFEB5FC}">
      <dgm:prSet/>
      <dgm:spPr/>
      <dgm:t>
        <a:bodyPr/>
        <a:lstStyle/>
        <a:p>
          <a:r>
            <a:rPr lang="en-US" dirty="0"/>
            <a:t>Application Load Balancer</a:t>
          </a:r>
        </a:p>
      </dgm:t>
    </dgm:pt>
    <dgm:pt modelId="{F3BE655B-8A78-4445-920E-36F942706A9E}" type="parTrans" cxnId="{3C298E61-AD54-4695-A6C0-9D09A666EC9B}">
      <dgm:prSet/>
      <dgm:spPr/>
      <dgm:t>
        <a:bodyPr/>
        <a:lstStyle/>
        <a:p>
          <a:endParaRPr lang="en-US"/>
        </a:p>
      </dgm:t>
    </dgm:pt>
    <dgm:pt modelId="{461FEAC8-69DA-44B4-A735-EDC3D4A9589B}" type="sibTrans" cxnId="{3C298E61-AD54-4695-A6C0-9D09A666EC9B}">
      <dgm:prSet/>
      <dgm:spPr/>
      <dgm:t>
        <a:bodyPr/>
        <a:lstStyle/>
        <a:p>
          <a:endParaRPr lang="en-US"/>
        </a:p>
      </dgm:t>
    </dgm:pt>
    <dgm:pt modelId="{45C51B3C-322D-4B29-8BDE-64AA4ED29939}">
      <dgm:prSet/>
      <dgm:spPr/>
      <dgm:t>
        <a:bodyPr/>
        <a:lstStyle/>
        <a:p>
          <a:r>
            <a:rPr lang="en-US"/>
            <a:t>To perform LB on HTTP and HTTPS</a:t>
          </a:r>
        </a:p>
      </dgm:t>
    </dgm:pt>
    <dgm:pt modelId="{5F958E9B-D3E5-4D44-B2C4-B4101555D281}" type="parTrans" cxnId="{F37949F6-BDC1-4B90-8A70-A4DB2F568C3A}">
      <dgm:prSet/>
      <dgm:spPr/>
      <dgm:t>
        <a:bodyPr/>
        <a:lstStyle/>
        <a:p>
          <a:endParaRPr lang="en-US"/>
        </a:p>
      </dgm:t>
    </dgm:pt>
    <dgm:pt modelId="{4878E740-A7F6-4F14-A8DE-DC161E9B2ED5}" type="sibTrans" cxnId="{F37949F6-BDC1-4B90-8A70-A4DB2F568C3A}">
      <dgm:prSet/>
      <dgm:spPr/>
      <dgm:t>
        <a:bodyPr/>
        <a:lstStyle/>
        <a:p>
          <a:endParaRPr lang="en-US"/>
        </a:p>
      </dgm:t>
    </dgm:pt>
    <dgm:pt modelId="{A3F30A1B-7BE6-4B36-9428-5833F89090A1}">
      <dgm:prSet/>
      <dgm:spPr/>
      <dgm:t>
        <a:bodyPr/>
        <a:lstStyle/>
        <a:p>
          <a:r>
            <a:rPr lang="en-US"/>
            <a:t>Network Load Balancer</a:t>
          </a:r>
        </a:p>
      </dgm:t>
    </dgm:pt>
    <dgm:pt modelId="{DA22A768-0182-4E04-8CD7-25B8704793EB}" type="parTrans" cxnId="{B8A4AC14-D742-409E-836D-C09B7DE821DB}">
      <dgm:prSet/>
      <dgm:spPr/>
      <dgm:t>
        <a:bodyPr/>
        <a:lstStyle/>
        <a:p>
          <a:endParaRPr lang="en-US"/>
        </a:p>
      </dgm:t>
    </dgm:pt>
    <dgm:pt modelId="{E56A9FD7-CF75-4EFE-94BD-99E058F7BB58}" type="sibTrans" cxnId="{B8A4AC14-D742-409E-836D-C09B7DE821DB}">
      <dgm:prSet/>
      <dgm:spPr/>
      <dgm:t>
        <a:bodyPr/>
        <a:lstStyle/>
        <a:p>
          <a:endParaRPr lang="en-US"/>
        </a:p>
      </dgm:t>
    </dgm:pt>
    <dgm:pt modelId="{A98F79BC-99E0-48A2-A0AD-59F79B80BE96}">
      <dgm:prSet/>
      <dgm:spPr/>
      <dgm:t>
        <a:bodyPr/>
        <a:lstStyle/>
        <a:p>
          <a:r>
            <a:rPr lang="en-US"/>
            <a:t>To perform LB on any TCP port</a:t>
          </a:r>
        </a:p>
      </dgm:t>
    </dgm:pt>
    <dgm:pt modelId="{4CA0102D-7580-4E20-8377-81E6498F2DC5}" type="parTrans" cxnId="{9E30FDC6-C855-42C2-A8F6-FC38479FB36A}">
      <dgm:prSet/>
      <dgm:spPr/>
      <dgm:t>
        <a:bodyPr/>
        <a:lstStyle/>
        <a:p>
          <a:endParaRPr lang="en-US"/>
        </a:p>
      </dgm:t>
    </dgm:pt>
    <dgm:pt modelId="{25249EB4-1203-45F0-98B4-C3C83ED2FAA5}" type="sibTrans" cxnId="{9E30FDC6-C855-42C2-A8F6-FC38479FB36A}">
      <dgm:prSet/>
      <dgm:spPr/>
      <dgm:t>
        <a:bodyPr/>
        <a:lstStyle/>
        <a:p>
          <a:endParaRPr lang="en-US"/>
        </a:p>
      </dgm:t>
    </dgm:pt>
    <dgm:pt modelId="{6D6EAB1B-F6CF-45B0-A3F9-F9B55FE62120}">
      <dgm:prSet/>
      <dgm:spPr/>
      <dgm:t>
        <a:bodyPr/>
        <a:lstStyle/>
        <a:p>
          <a:r>
            <a:rPr lang="en-US"/>
            <a:t>AWS Classic Load Balancer</a:t>
          </a:r>
        </a:p>
      </dgm:t>
    </dgm:pt>
    <dgm:pt modelId="{48D00635-038F-4C5A-A4C6-24E86358F044}" type="parTrans" cxnId="{BB3AABEC-28E0-455C-A119-9EB6F83DD00D}">
      <dgm:prSet/>
      <dgm:spPr/>
      <dgm:t>
        <a:bodyPr/>
        <a:lstStyle/>
        <a:p>
          <a:endParaRPr lang="en-US"/>
        </a:p>
      </dgm:t>
    </dgm:pt>
    <dgm:pt modelId="{02C49A12-D588-483C-8DAE-ABF2046C3469}" type="sibTrans" cxnId="{BB3AABEC-28E0-455C-A119-9EB6F83DD00D}">
      <dgm:prSet/>
      <dgm:spPr/>
      <dgm:t>
        <a:bodyPr/>
        <a:lstStyle/>
        <a:p>
          <a:endParaRPr lang="en-US"/>
        </a:p>
      </dgm:t>
    </dgm:pt>
    <dgm:pt modelId="{45F04E07-E661-4EE5-9604-BBD3979B2694}">
      <dgm:prSet/>
      <dgm:spPr/>
      <dgm:t>
        <a:bodyPr/>
        <a:lstStyle/>
        <a:p>
          <a:r>
            <a:rPr lang="en-US"/>
            <a:t>Previous Generation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HTTP, HTTPS and TCP</a:t>
          </a:r>
        </a:p>
      </dgm:t>
    </dgm:pt>
    <dgm:pt modelId="{CA091130-34B9-47A6-9E09-27247DA1B09D}" type="parTrans" cxnId="{897F27B6-6C1B-477F-9D43-27D2FF1CEE11}">
      <dgm:prSet/>
      <dgm:spPr/>
      <dgm:t>
        <a:bodyPr/>
        <a:lstStyle/>
        <a:p>
          <a:endParaRPr lang="en-US"/>
        </a:p>
      </dgm:t>
    </dgm:pt>
    <dgm:pt modelId="{D3DBE3C8-23B5-4DBE-86C2-A1B1FFB05533}" type="sibTrans" cxnId="{897F27B6-6C1B-477F-9D43-27D2FF1CEE11}">
      <dgm:prSet/>
      <dgm:spPr/>
      <dgm:t>
        <a:bodyPr/>
        <a:lstStyle/>
        <a:p>
          <a:endParaRPr lang="en-US"/>
        </a:p>
      </dgm:t>
    </dgm:pt>
    <dgm:pt modelId="{7C8DEB90-0BDD-4975-A549-9CC4F2DA3E5C}" type="pres">
      <dgm:prSet presAssocID="{92C09776-E8E3-4F83-BE74-E6F940A532C9}" presName="Name0" presStyleCnt="0">
        <dgm:presLayoutVars>
          <dgm:dir/>
          <dgm:animLvl val="lvl"/>
          <dgm:resizeHandles val="exact"/>
        </dgm:presLayoutVars>
      </dgm:prSet>
      <dgm:spPr/>
    </dgm:pt>
    <dgm:pt modelId="{D990A11C-0AF4-42C5-AF13-FADFB865F8BB}" type="pres">
      <dgm:prSet presAssocID="{2C390F69-A6A6-4AFE-BD3C-92FD024CE6D4}" presName="composite" presStyleCnt="0"/>
      <dgm:spPr/>
    </dgm:pt>
    <dgm:pt modelId="{9795C1B5-9B5A-4814-A27F-4D3CF8BE2A1A}" type="pres">
      <dgm:prSet presAssocID="{2C390F69-A6A6-4AFE-BD3C-92FD024CE6D4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5247AB5D-CDFE-4C0E-A709-34ED93F28302}" type="pres">
      <dgm:prSet presAssocID="{2C390F69-A6A6-4AFE-BD3C-92FD024CE6D4}" presName="desTx" presStyleLbl="alignAccFollowNode1" presStyleIdx="0" presStyleCnt="4">
        <dgm:presLayoutVars>
          <dgm:bulletEnabled val="1"/>
        </dgm:presLayoutVars>
      </dgm:prSet>
      <dgm:spPr/>
    </dgm:pt>
    <dgm:pt modelId="{D8B65616-4942-4A01-9856-86AACA1FCAD2}" type="pres">
      <dgm:prSet presAssocID="{70938713-5D63-4126-890F-66B0DEAEF7F3}" presName="space" presStyleCnt="0"/>
      <dgm:spPr/>
    </dgm:pt>
    <dgm:pt modelId="{41755A48-AA09-485A-8421-5DE676297B47}" type="pres">
      <dgm:prSet presAssocID="{335D836C-86C7-43F0-BA56-2C712FFEB5FC}" presName="composite" presStyleCnt="0"/>
      <dgm:spPr/>
    </dgm:pt>
    <dgm:pt modelId="{4641ED85-02A2-4DE9-BBAC-DFF19CEBD020}" type="pres">
      <dgm:prSet presAssocID="{335D836C-86C7-43F0-BA56-2C712FFEB5FC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3A3948ED-EB5C-44F5-8D58-900D389149BD}" type="pres">
      <dgm:prSet presAssocID="{335D836C-86C7-43F0-BA56-2C712FFEB5FC}" presName="desTx" presStyleLbl="alignAccFollowNode1" presStyleIdx="1" presStyleCnt="4">
        <dgm:presLayoutVars>
          <dgm:bulletEnabled val="1"/>
        </dgm:presLayoutVars>
      </dgm:prSet>
      <dgm:spPr/>
    </dgm:pt>
    <dgm:pt modelId="{C5FE96B2-12E0-4676-8779-F2A738B20535}" type="pres">
      <dgm:prSet presAssocID="{461FEAC8-69DA-44B4-A735-EDC3D4A9589B}" presName="space" presStyleCnt="0"/>
      <dgm:spPr/>
    </dgm:pt>
    <dgm:pt modelId="{F0156E75-5BCB-4D8A-88BE-C344F78A3931}" type="pres">
      <dgm:prSet presAssocID="{A3F30A1B-7BE6-4B36-9428-5833F89090A1}" presName="composite" presStyleCnt="0"/>
      <dgm:spPr/>
    </dgm:pt>
    <dgm:pt modelId="{D1B3708A-B474-447E-9FA4-1B9B196A8CEF}" type="pres">
      <dgm:prSet presAssocID="{A3F30A1B-7BE6-4B36-9428-5833F89090A1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8CC17142-D54B-4F34-BA0F-6A8E847D23CF}" type="pres">
      <dgm:prSet presAssocID="{A3F30A1B-7BE6-4B36-9428-5833F89090A1}" presName="desTx" presStyleLbl="alignAccFollowNode1" presStyleIdx="2" presStyleCnt="4">
        <dgm:presLayoutVars>
          <dgm:bulletEnabled val="1"/>
        </dgm:presLayoutVars>
      </dgm:prSet>
      <dgm:spPr/>
    </dgm:pt>
    <dgm:pt modelId="{95BCEA9C-69AF-4E74-81D2-A5FB9575B952}" type="pres">
      <dgm:prSet presAssocID="{E56A9FD7-CF75-4EFE-94BD-99E058F7BB58}" presName="space" presStyleCnt="0"/>
      <dgm:spPr/>
    </dgm:pt>
    <dgm:pt modelId="{14BE01CC-E84C-4BC4-BED7-30F37DA8C7E5}" type="pres">
      <dgm:prSet presAssocID="{6D6EAB1B-F6CF-45B0-A3F9-F9B55FE62120}" presName="composite" presStyleCnt="0"/>
      <dgm:spPr/>
    </dgm:pt>
    <dgm:pt modelId="{8AAA8649-C661-4A85-9D46-D44A18075190}" type="pres">
      <dgm:prSet presAssocID="{6D6EAB1B-F6CF-45B0-A3F9-F9B55FE62120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138641DE-435B-498B-A979-6C72B090CEFD}" type="pres">
      <dgm:prSet presAssocID="{6D6EAB1B-F6CF-45B0-A3F9-F9B55FE62120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236AD10A-77C6-44EA-8F5F-2F537412A77C}" srcId="{2C390F69-A6A6-4AFE-BD3C-92FD024CE6D4}" destId="{0CDEB93F-CFC9-4FBE-B29D-E1BDF45A8A5A}" srcOrd="0" destOrd="0" parTransId="{0BACB4A6-F48B-4794-98B0-C542F07E32CC}" sibTransId="{91B6E7CA-2E8C-4F6A-AFD8-D8A9DF72299D}"/>
    <dgm:cxn modelId="{B8A4AC14-D742-409E-836D-C09B7DE821DB}" srcId="{92C09776-E8E3-4F83-BE74-E6F940A532C9}" destId="{A3F30A1B-7BE6-4B36-9428-5833F89090A1}" srcOrd="2" destOrd="0" parTransId="{DA22A768-0182-4E04-8CD7-25B8704793EB}" sibTransId="{E56A9FD7-CF75-4EFE-94BD-99E058F7BB58}"/>
    <dgm:cxn modelId="{92AEDB25-4E7C-4E65-A135-63479A9AD880}" type="presOf" srcId="{0E121A8B-2EB7-42BE-BB79-335BF70124ED}" destId="{5247AB5D-CDFE-4C0E-A709-34ED93F28302}" srcOrd="0" destOrd="1" presId="urn:microsoft.com/office/officeart/2005/8/layout/hList1"/>
    <dgm:cxn modelId="{DE361130-ED9C-4274-A1D9-1160A003726A}" type="presOf" srcId="{0CDEB93F-CFC9-4FBE-B29D-E1BDF45A8A5A}" destId="{5247AB5D-CDFE-4C0E-A709-34ED93F28302}" srcOrd="0" destOrd="0" presId="urn:microsoft.com/office/officeart/2005/8/layout/hList1"/>
    <dgm:cxn modelId="{23BC863A-95D4-4607-B778-373CF89495E3}" type="presOf" srcId="{45F04E07-E661-4EE5-9604-BBD3979B2694}" destId="{138641DE-435B-498B-A979-6C72B090CEFD}" srcOrd="0" destOrd="0" presId="urn:microsoft.com/office/officeart/2005/8/layout/hList1"/>
    <dgm:cxn modelId="{0512383B-7375-4437-AE38-15EB791178F7}" type="presOf" srcId="{6D6EAB1B-F6CF-45B0-A3F9-F9B55FE62120}" destId="{8AAA8649-C661-4A85-9D46-D44A18075190}" srcOrd="0" destOrd="0" presId="urn:microsoft.com/office/officeart/2005/8/layout/hList1"/>
    <dgm:cxn modelId="{6915E43E-8148-40BB-B36C-02F9AD26E5AF}" type="presOf" srcId="{A3F30A1B-7BE6-4B36-9428-5833F89090A1}" destId="{D1B3708A-B474-447E-9FA4-1B9B196A8CEF}" srcOrd="0" destOrd="0" presId="urn:microsoft.com/office/officeart/2005/8/layout/hList1"/>
    <dgm:cxn modelId="{6256B23F-1ACB-45CF-851C-2C0BA95EB2EC}" type="presOf" srcId="{335D836C-86C7-43F0-BA56-2C712FFEB5FC}" destId="{4641ED85-02A2-4DE9-BBAC-DFF19CEBD020}" srcOrd="0" destOrd="0" presId="urn:microsoft.com/office/officeart/2005/8/layout/hList1"/>
    <dgm:cxn modelId="{3C298E61-AD54-4695-A6C0-9D09A666EC9B}" srcId="{92C09776-E8E3-4F83-BE74-E6F940A532C9}" destId="{335D836C-86C7-43F0-BA56-2C712FFEB5FC}" srcOrd="1" destOrd="0" parTransId="{F3BE655B-8A78-4445-920E-36F942706A9E}" sibTransId="{461FEAC8-69DA-44B4-A735-EDC3D4A9589B}"/>
    <dgm:cxn modelId="{C4BE024A-0E0E-4230-9A5E-AED207B423C0}" srcId="{2C390F69-A6A6-4AFE-BD3C-92FD024CE6D4}" destId="{8C69C093-AE07-4D79-96A9-13A0A415FD22}" srcOrd="2" destOrd="0" parTransId="{0F786FC0-46EE-45E9-8899-8620496CFE3C}" sibTransId="{2349A9C7-16F7-4402-A692-B517AA92248B}"/>
    <dgm:cxn modelId="{56DAE875-2FDE-42C7-8A0D-BBE52415F1B5}" type="presOf" srcId="{92C09776-E8E3-4F83-BE74-E6F940A532C9}" destId="{7C8DEB90-0BDD-4975-A549-9CC4F2DA3E5C}" srcOrd="0" destOrd="0" presId="urn:microsoft.com/office/officeart/2005/8/layout/hList1"/>
    <dgm:cxn modelId="{2D26AE77-E32E-454C-A58A-7EDBE85BC60E}" type="presOf" srcId="{45C51B3C-322D-4B29-8BDE-64AA4ED29939}" destId="{3A3948ED-EB5C-44F5-8D58-900D389149BD}" srcOrd="0" destOrd="0" presId="urn:microsoft.com/office/officeart/2005/8/layout/hList1"/>
    <dgm:cxn modelId="{576C1183-EACF-43EE-80FC-7063B8DE75C1}" srcId="{2C390F69-A6A6-4AFE-BD3C-92FD024CE6D4}" destId="{0E121A8B-2EB7-42BE-BB79-335BF70124ED}" srcOrd="1" destOrd="0" parTransId="{33241970-0B0D-4D95-A4A9-61DB8B22214C}" sibTransId="{DDDBDC79-9451-45B3-969F-78980BF75A62}"/>
    <dgm:cxn modelId="{897F27B6-6C1B-477F-9D43-27D2FF1CEE11}" srcId="{6D6EAB1B-F6CF-45B0-A3F9-F9B55FE62120}" destId="{45F04E07-E661-4EE5-9604-BBD3979B2694}" srcOrd="0" destOrd="0" parTransId="{CA091130-34B9-47A6-9E09-27247DA1B09D}" sibTransId="{D3DBE3C8-23B5-4DBE-86C2-A1B1FFB05533}"/>
    <dgm:cxn modelId="{2C379AC0-1C33-4B1A-AA9D-C0E9347B4F4C}" srcId="{92C09776-E8E3-4F83-BE74-E6F940A532C9}" destId="{2C390F69-A6A6-4AFE-BD3C-92FD024CE6D4}" srcOrd="0" destOrd="0" parTransId="{3A012E00-9051-4824-BCF0-1FE0787D6B40}" sibTransId="{70938713-5D63-4126-890F-66B0DEAEF7F3}"/>
    <dgm:cxn modelId="{1E7949C5-D959-4E85-94F0-AB0487E18B5C}" type="presOf" srcId="{2C390F69-A6A6-4AFE-BD3C-92FD024CE6D4}" destId="{9795C1B5-9B5A-4814-A27F-4D3CF8BE2A1A}" srcOrd="0" destOrd="0" presId="urn:microsoft.com/office/officeart/2005/8/layout/hList1"/>
    <dgm:cxn modelId="{9E30FDC6-C855-42C2-A8F6-FC38479FB36A}" srcId="{A3F30A1B-7BE6-4B36-9428-5833F89090A1}" destId="{A98F79BC-99E0-48A2-A0AD-59F79B80BE96}" srcOrd="0" destOrd="0" parTransId="{4CA0102D-7580-4E20-8377-81E6498F2DC5}" sibTransId="{25249EB4-1203-45F0-98B4-C3C83ED2FAA5}"/>
    <dgm:cxn modelId="{918999E7-F6DA-445B-B28E-1B8FA8F5A17C}" type="presOf" srcId="{8C69C093-AE07-4D79-96A9-13A0A415FD22}" destId="{5247AB5D-CDFE-4C0E-A709-34ED93F28302}" srcOrd="0" destOrd="2" presId="urn:microsoft.com/office/officeart/2005/8/layout/hList1"/>
    <dgm:cxn modelId="{BB3AABEC-28E0-455C-A119-9EB6F83DD00D}" srcId="{92C09776-E8E3-4F83-BE74-E6F940A532C9}" destId="{6D6EAB1B-F6CF-45B0-A3F9-F9B55FE62120}" srcOrd="3" destOrd="0" parTransId="{48D00635-038F-4C5A-A4C6-24E86358F044}" sibTransId="{02C49A12-D588-483C-8DAE-ABF2046C3469}"/>
    <dgm:cxn modelId="{D1C209F4-1FD9-4CAD-B52F-006A325D4108}" type="presOf" srcId="{A98F79BC-99E0-48A2-A0AD-59F79B80BE96}" destId="{8CC17142-D54B-4F34-BA0F-6A8E847D23CF}" srcOrd="0" destOrd="0" presId="urn:microsoft.com/office/officeart/2005/8/layout/hList1"/>
    <dgm:cxn modelId="{F37949F6-BDC1-4B90-8A70-A4DB2F568C3A}" srcId="{335D836C-86C7-43F0-BA56-2C712FFEB5FC}" destId="{45C51B3C-322D-4B29-8BDE-64AA4ED29939}" srcOrd="0" destOrd="0" parTransId="{5F958E9B-D3E5-4D44-B2C4-B4101555D281}" sibTransId="{4878E740-A7F6-4F14-A8DE-DC161E9B2ED5}"/>
    <dgm:cxn modelId="{C6D6FFC2-5D05-465A-9DB7-54C139C4E0A0}" type="presParOf" srcId="{7C8DEB90-0BDD-4975-A549-9CC4F2DA3E5C}" destId="{D990A11C-0AF4-42C5-AF13-FADFB865F8BB}" srcOrd="0" destOrd="0" presId="urn:microsoft.com/office/officeart/2005/8/layout/hList1"/>
    <dgm:cxn modelId="{EC9F7A36-49CC-42DB-AFF3-C56CCE7138AF}" type="presParOf" srcId="{D990A11C-0AF4-42C5-AF13-FADFB865F8BB}" destId="{9795C1B5-9B5A-4814-A27F-4D3CF8BE2A1A}" srcOrd="0" destOrd="0" presId="urn:microsoft.com/office/officeart/2005/8/layout/hList1"/>
    <dgm:cxn modelId="{A41429CC-8308-4A8A-96DE-DAB34343DC4C}" type="presParOf" srcId="{D990A11C-0AF4-42C5-AF13-FADFB865F8BB}" destId="{5247AB5D-CDFE-4C0E-A709-34ED93F28302}" srcOrd="1" destOrd="0" presId="urn:microsoft.com/office/officeart/2005/8/layout/hList1"/>
    <dgm:cxn modelId="{3B9ABDDE-30A2-4570-99D7-87985EC6C7E7}" type="presParOf" srcId="{7C8DEB90-0BDD-4975-A549-9CC4F2DA3E5C}" destId="{D8B65616-4942-4A01-9856-86AACA1FCAD2}" srcOrd="1" destOrd="0" presId="urn:microsoft.com/office/officeart/2005/8/layout/hList1"/>
    <dgm:cxn modelId="{70D8F155-B418-465F-BDB7-BB498FD27F27}" type="presParOf" srcId="{7C8DEB90-0BDD-4975-A549-9CC4F2DA3E5C}" destId="{41755A48-AA09-485A-8421-5DE676297B47}" srcOrd="2" destOrd="0" presId="urn:microsoft.com/office/officeart/2005/8/layout/hList1"/>
    <dgm:cxn modelId="{53334662-7E29-4847-B92C-CAFD2F456E45}" type="presParOf" srcId="{41755A48-AA09-485A-8421-5DE676297B47}" destId="{4641ED85-02A2-4DE9-BBAC-DFF19CEBD020}" srcOrd="0" destOrd="0" presId="urn:microsoft.com/office/officeart/2005/8/layout/hList1"/>
    <dgm:cxn modelId="{1F12E831-4928-452D-89A8-1E5A9B44110B}" type="presParOf" srcId="{41755A48-AA09-485A-8421-5DE676297B47}" destId="{3A3948ED-EB5C-44F5-8D58-900D389149BD}" srcOrd="1" destOrd="0" presId="urn:microsoft.com/office/officeart/2005/8/layout/hList1"/>
    <dgm:cxn modelId="{D132D732-14F0-4B51-9503-56A9DCB0B25B}" type="presParOf" srcId="{7C8DEB90-0BDD-4975-A549-9CC4F2DA3E5C}" destId="{C5FE96B2-12E0-4676-8779-F2A738B20535}" srcOrd="3" destOrd="0" presId="urn:microsoft.com/office/officeart/2005/8/layout/hList1"/>
    <dgm:cxn modelId="{DA40AA78-5E28-4CB7-9D18-6B725E9909A8}" type="presParOf" srcId="{7C8DEB90-0BDD-4975-A549-9CC4F2DA3E5C}" destId="{F0156E75-5BCB-4D8A-88BE-C344F78A3931}" srcOrd="4" destOrd="0" presId="urn:microsoft.com/office/officeart/2005/8/layout/hList1"/>
    <dgm:cxn modelId="{363276E3-64EC-490A-B9F8-3B8496BA3F98}" type="presParOf" srcId="{F0156E75-5BCB-4D8A-88BE-C344F78A3931}" destId="{D1B3708A-B474-447E-9FA4-1B9B196A8CEF}" srcOrd="0" destOrd="0" presId="urn:microsoft.com/office/officeart/2005/8/layout/hList1"/>
    <dgm:cxn modelId="{2D9DECA9-8623-4957-B867-81040137739F}" type="presParOf" srcId="{F0156E75-5BCB-4D8A-88BE-C344F78A3931}" destId="{8CC17142-D54B-4F34-BA0F-6A8E847D23CF}" srcOrd="1" destOrd="0" presId="urn:microsoft.com/office/officeart/2005/8/layout/hList1"/>
    <dgm:cxn modelId="{023E2FD0-9B22-4599-9986-30408D3A6475}" type="presParOf" srcId="{7C8DEB90-0BDD-4975-A549-9CC4F2DA3E5C}" destId="{95BCEA9C-69AF-4E74-81D2-A5FB9575B952}" srcOrd="5" destOrd="0" presId="urn:microsoft.com/office/officeart/2005/8/layout/hList1"/>
    <dgm:cxn modelId="{F089221F-8791-450A-AF01-83C0EA8CEBE5}" type="presParOf" srcId="{7C8DEB90-0BDD-4975-A549-9CC4F2DA3E5C}" destId="{14BE01CC-E84C-4BC4-BED7-30F37DA8C7E5}" srcOrd="6" destOrd="0" presId="urn:microsoft.com/office/officeart/2005/8/layout/hList1"/>
    <dgm:cxn modelId="{5FA813A3-6EBE-4DD7-8575-A1708612873B}" type="presParOf" srcId="{14BE01CC-E84C-4BC4-BED7-30F37DA8C7E5}" destId="{8AAA8649-C661-4A85-9D46-D44A18075190}" srcOrd="0" destOrd="0" presId="urn:microsoft.com/office/officeart/2005/8/layout/hList1"/>
    <dgm:cxn modelId="{6D64E10C-390A-434B-8261-4EAD5CFC7FB2}" type="presParOf" srcId="{14BE01CC-E84C-4BC4-BED7-30F37DA8C7E5}" destId="{138641DE-435B-498B-A979-6C72B090CEF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24EF70-81F3-4D9F-BE16-02ABCECE403F}" type="doc">
      <dgm:prSet loTypeId="urn:microsoft.com/office/officeart/2005/8/layout/list1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DF2C42E-AFFE-4137-AEE9-05A02FFCF7A9}">
      <dgm:prSet/>
      <dgm:spPr/>
      <dgm:t>
        <a:bodyPr/>
        <a:lstStyle/>
        <a:p>
          <a:r>
            <a:rPr lang="en-US" dirty="0"/>
            <a:t>Sub-Step1: Configure Load Balancer</a:t>
          </a:r>
        </a:p>
      </dgm:t>
    </dgm:pt>
    <dgm:pt modelId="{71D7F1F5-8DB3-4093-B99E-89BC319391F0}" type="parTrans" cxnId="{103E2E9C-3DBF-41F9-998D-0FF6B32A5318}">
      <dgm:prSet/>
      <dgm:spPr/>
      <dgm:t>
        <a:bodyPr/>
        <a:lstStyle/>
        <a:p>
          <a:endParaRPr lang="en-US"/>
        </a:p>
      </dgm:t>
    </dgm:pt>
    <dgm:pt modelId="{A152A8BF-0422-4A69-8346-00955E626BE5}" type="sibTrans" cxnId="{103E2E9C-3DBF-41F9-998D-0FF6B32A5318}">
      <dgm:prSet/>
      <dgm:spPr/>
      <dgm:t>
        <a:bodyPr/>
        <a:lstStyle/>
        <a:p>
          <a:endParaRPr lang="en-US"/>
        </a:p>
      </dgm:t>
    </dgm:pt>
    <dgm:pt modelId="{70950C4F-849D-42CC-9570-296DA51DC4AC}">
      <dgm:prSet/>
      <dgm:spPr/>
      <dgm:t>
        <a:bodyPr/>
        <a:lstStyle/>
        <a:p>
          <a:r>
            <a:rPr lang="en-US"/>
            <a:t>Sub-Step2: Security Group</a:t>
          </a:r>
        </a:p>
      </dgm:t>
    </dgm:pt>
    <dgm:pt modelId="{76630319-C50A-4B31-85D7-05BDA3FAD3AC}" type="parTrans" cxnId="{039C21CE-F7B4-4384-B64B-3FA3C379F8DF}">
      <dgm:prSet/>
      <dgm:spPr/>
      <dgm:t>
        <a:bodyPr/>
        <a:lstStyle/>
        <a:p>
          <a:endParaRPr lang="en-US"/>
        </a:p>
      </dgm:t>
    </dgm:pt>
    <dgm:pt modelId="{E9D8B38E-BA1A-465F-9C9C-BE5A8CB36F12}" type="sibTrans" cxnId="{039C21CE-F7B4-4384-B64B-3FA3C379F8DF}">
      <dgm:prSet/>
      <dgm:spPr/>
      <dgm:t>
        <a:bodyPr/>
        <a:lstStyle/>
        <a:p>
          <a:endParaRPr lang="en-US"/>
        </a:p>
      </dgm:t>
    </dgm:pt>
    <dgm:pt modelId="{11B43678-BFFC-4C77-B4F1-EA8A4E660125}">
      <dgm:prSet/>
      <dgm:spPr/>
      <dgm:t>
        <a:bodyPr/>
        <a:lstStyle/>
        <a:p>
          <a:r>
            <a:rPr lang="en-US"/>
            <a:t>Sub-Step3: Configure Routing</a:t>
          </a:r>
        </a:p>
      </dgm:t>
    </dgm:pt>
    <dgm:pt modelId="{8EB23AE8-2330-481C-820C-BDD28216E6A1}" type="parTrans" cxnId="{23CCA009-5684-4770-A60C-96F11FA5F78B}">
      <dgm:prSet/>
      <dgm:spPr/>
      <dgm:t>
        <a:bodyPr/>
        <a:lstStyle/>
        <a:p>
          <a:endParaRPr lang="en-US"/>
        </a:p>
      </dgm:t>
    </dgm:pt>
    <dgm:pt modelId="{CC8F99A5-8187-47F5-8F58-A7E2DB403A03}" type="sibTrans" cxnId="{23CCA009-5684-4770-A60C-96F11FA5F78B}">
      <dgm:prSet/>
      <dgm:spPr/>
      <dgm:t>
        <a:bodyPr/>
        <a:lstStyle/>
        <a:p>
          <a:endParaRPr lang="en-US"/>
        </a:p>
      </dgm:t>
    </dgm:pt>
    <dgm:pt modelId="{30B78C1E-F154-46FC-9EBB-92632BBB5D4E}">
      <dgm:prSet/>
      <dgm:spPr/>
      <dgm:t>
        <a:bodyPr/>
        <a:lstStyle/>
        <a:p>
          <a:r>
            <a:rPr lang="en-US"/>
            <a:t>Sub-Step4: Register Target</a:t>
          </a:r>
        </a:p>
      </dgm:t>
    </dgm:pt>
    <dgm:pt modelId="{BF7B49CC-29DF-4D1A-99DF-205095A343C8}" type="parTrans" cxnId="{A8866991-9A59-44CA-B978-CFE755B020B5}">
      <dgm:prSet/>
      <dgm:spPr/>
      <dgm:t>
        <a:bodyPr/>
        <a:lstStyle/>
        <a:p>
          <a:endParaRPr lang="en-US"/>
        </a:p>
      </dgm:t>
    </dgm:pt>
    <dgm:pt modelId="{82207ED9-A580-414B-ACD1-FA5B7D48DE32}" type="sibTrans" cxnId="{A8866991-9A59-44CA-B978-CFE755B020B5}">
      <dgm:prSet/>
      <dgm:spPr/>
      <dgm:t>
        <a:bodyPr/>
        <a:lstStyle/>
        <a:p>
          <a:endParaRPr lang="en-US"/>
        </a:p>
      </dgm:t>
    </dgm:pt>
    <dgm:pt modelId="{0E87E03C-BF0F-4D1A-902F-DC5AB969F620}" type="pres">
      <dgm:prSet presAssocID="{5D24EF70-81F3-4D9F-BE16-02ABCECE403F}" presName="linear" presStyleCnt="0">
        <dgm:presLayoutVars>
          <dgm:dir/>
          <dgm:animLvl val="lvl"/>
          <dgm:resizeHandles val="exact"/>
        </dgm:presLayoutVars>
      </dgm:prSet>
      <dgm:spPr/>
    </dgm:pt>
    <dgm:pt modelId="{7D75C482-D989-4929-BFA8-AF8EB3BD45AF}" type="pres">
      <dgm:prSet presAssocID="{9DF2C42E-AFFE-4137-AEE9-05A02FFCF7A9}" presName="parentLin" presStyleCnt="0"/>
      <dgm:spPr/>
    </dgm:pt>
    <dgm:pt modelId="{BBDCAA4E-D735-47CC-B599-9612ED1702A4}" type="pres">
      <dgm:prSet presAssocID="{9DF2C42E-AFFE-4137-AEE9-05A02FFCF7A9}" presName="parentLeftMargin" presStyleLbl="node1" presStyleIdx="0" presStyleCnt="4"/>
      <dgm:spPr/>
    </dgm:pt>
    <dgm:pt modelId="{7674E17B-86A0-465E-8A1F-27594DAAB309}" type="pres">
      <dgm:prSet presAssocID="{9DF2C42E-AFFE-4137-AEE9-05A02FFCF7A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DD5B1E5-FEA5-45F1-827F-9AE4AC1A62A7}" type="pres">
      <dgm:prSet presAssocID="{9DF2C42E-AFFE-4137-AEE9-05A02FFCF7A9}" presName="negativeSpace" presStyleCnt="0"/>
      <dgm:spPr/>
    </dgm:pt>
    <dgm:pt modelId="{9D52B361-D713-4E58-A32A-943AB58D594A}" type="pres">
      <dgm:prSet presAssocID="{9DF2C42E-AFFE-4137-AEE9-05A02FFCF7A9}" presName="childText" presStyleLbl="conFgAcc1" presStyleIdx="0" presStyleCnt="4">
        <dgm:presLayoutVars>
          <dgm:bulletEnabled val="1"/>
        </dgm:presLayoutVars>
      </dgm:prSet>
      <dgm:spPr/>
    </dgm:pt>
    <dgm:pt modelId="{2DF2BB27-09F5-4F18-9F03-7FC258B425BD}" type="pres">
      <dgm:prSet presAssocID="{A152A8BF-0422-4A69-8346-00955E626BE5}" presName="spaceBetweenRectangles" presStyleCnt="0"/>
      <dgm:spPr/>
    </dgm:pt>
    <dgm:pt modelId="{905D27DE-4184-4D8D-B3CF-282AAA262EC7}" type="pres">
      <dgm:prSet presAssocID="{70950C4F-849D-42CC-9570-296DA51DC4AC}" presName="parentLin" presStyleCnt="0"/>
      <dgm:spPr/>
    </dgm:pt>
    <dgm:pt modelId="{7526D221-80DC-4AFB-87E1-7C2B0422D4AF}" type="pres">
      <dgm:prSet presAssocID="{70950C4F-849D-42CC-9570-296DA51DC4AC}" presName="parentLeftMargin" presStyleLbl="node1" presStyleIdx="0" presStyleCnt="4"/>
      <dgm:spPr/>
    </dgm:pt>
    <dgm:pt modelId="{11F77311-8EB7-43FC-A164-9E72D6129C6B}" type="pres">
      <dgm:prSet presAssocID="{70950C4F-849D-42CC-9570-296DA51DC4A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870EFA2-5101-43DE-9C3B-3656C1B2F757}" type="pres">
      <dgm:prSet presAssocID="{70950C4F-849D-42CC-9570-296DA51DC4AC}" presName="negativeSpace" presStyleCnt="0"/>
      <dgm:spPr/>
    </dgm:pt>
    <dgm:pt modelId="{06FAEE55-E351-4E82-BD14-4E05B546BDF9}" type="pres">
      <dgm:prSet presAssocID="{70950C4F-849D-42CC-9570-296DA51DC4AC}" presName="childText" presStyleLbl="conFgAcc1" presStyleIdx="1" presStyleCnt="4">
        <dgm:presLayoutVars>
          <dgm:bulletEnabled val="1"/>
        </dgm:presLayoutVars>
      </dgm:prSet>
      <dgm:spPr/>
    </dgm:pt>
    <dgm:pt modelId="{FF3636DB-2656-4B18-9750-62FC1D124ADB}" type="pres">
      <dgm:prSet presAssocID="{E9D8B38E-BA1A-465F-9C9C-BE5A8CB36F12}" presName="spaceBetweenRectangles" presStyleCnt="0"/>
      <dgm:spPr/>
    </dgm:pt>
    <dgm:pt modelId="{BEB9FA68-09B0-40FF-9BFD-3DC0BB634B27}" type="pres">
      <dgm:prSet presAssocID="{11B43678-BFFC-4C77-B4F1-EA8A4E660125}" presName="parentLin" presStyleCnt="0"/>
      <dgm:spPr/>
    </dgm:pt>
    <dgm:pt modelId="{2E6A34CF-06D8-426F-97C9-07682F1F0D19}" type="pres">
      <dgm:prSet presAssocID="{11B43678-BFFC-4C77-B4F1-EA8A4E660125}" presName="parentLeftMargin" presStyleLbl="node1" presStyleIdx="1" presStyleCnt="4"/>
      <dgm:spPr/>
    </dgm:pt>
    <dgm:pt modelId="{C2B62543-6AB7-4DD1-ABC9-ECF496B03B82}" type="pres">
      <dgm:prSet presAssocID="{11B43678-BFFC-4C77-B4F1-EA8A4E66012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3AC8FAA-1FB6-49A1-90F5-097E44909399}" type="pres">
      <dgm:prSet presAssocID="{11B43678-BFFC-4C77-B4F1-EA8A4E660125}" presName="negativeSpace" presStyleCnt="0"/>
      <dgm:spPr/>
    </dgm:pt>
    <dgm:pt modelId="{593C03F8-41B4-4DBE-8FE7-0480FF9ACA60}" type="pres">
      <dgm:prSet presAssocID="{11B43678-BFFC-4C77-B4F1-EA8A4E660125}" presName="childText" presStyleLbl="conFgAcc1" presStyleIdx="2" presStyleCnt="4">
        <dgm:presLayoutVars>
          <dgm:bulletEnabled val="1"/>
        </dgm:presLayoutVars>
      </dgm:prSet>
      <dgm:spPr/>
    </dgm:pt>
    <dgm:pt modelId="{13A54F5E-7B8A-456F-B9FD-0C72747CA712}" type="pres">
      <dgm:prSet presAssocID="{CC8F99A5-8187-47F5-8F58-A7E2DB403A03}" presName="spaceBetweenRectangles" presStyleCnt="0"/>
      <dgm:spPr/>
    </dgm:pt>
    <dgm:pt modelId="{7D77CC3C-BE8E-45EB-A3E0-C47980AAC419}" type="pres">
      <dgm:prSet presAssocID="{30B78C1E-F154-46FC-9EBB-92632BBB5D4E}" presName="parentLin" presStyleCnt="0"/>
      <dgm:spPr/>
    </dgm:pt>
    <dgm:pt modelId="{B8E8A969-83F6-460A-ACB9-8EAF84FFA35D}" type="pres">
      <dgm:prSet presAssocID="{30B78C1E-F154-46FC-9EBB-92632BBB5D4E}" presName="parentLeftMargin" presStyleLbl="node1" presStyleIdx="2" presStyleCnt="4"/>
      <dgm:spPr/>
    </dgm:pt>
    <dgm:pt modelId="{D722B7F9-9550-4FB3-989F-F865F8987A8A}" type="pres">
      <dgm:prSet presAssocID="{30B78C1E-F154-46FC-9EBB-92632BBB5D4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AFEC0A8-E760-4FE1-9EA6-81793FC929BC}" type="pres">
      <dgm:prSet presAssocID="{30B78C1E-F154-46FC-9EBB-92632BBB5D4E}" presName="negativeSpace" presStyleCnt="0"/>
      <dgm:spPr/>
    </dgm:pt>
    <dgm:pt modelId="{A7B3CAB7-84BE-4BC3-8C5B-4CF5FED3618C}" type="pres">
      <dgm:prSet presAssocID="{30B78C1E-F154-46FC-9EBB-92632BBB5D4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3CCA009-5684-4770-A60C-96F11FA5F78B}" srcId="{5D24EF70-81F3-4D9F-BE16-02ABCECE403F}" destId="{11B43678-BFFC-4C77-B4F1-EA8A4E660125}" srcOrd="2" destOrd="0" parTransId="{8EB23AE8-2330-481C-820C-BDD28216E6A1}" sibTransId="{CC8F99A5-8187-47F5-8F58-A7E2DB403A03}"/>
    <dgm:cxn modelId="{03AEC510-FF74-4CB6-8045-82F38F4176BB}" type="presOf" srcId="{11B43678-BFFC-4C77-B4F1-EA8A4E660125}" destId="{C2B62543-6AB7-4DD1-ABC9-ECF496B03B82}" srcOrd="1" destOrd="0" presId="urn:microsoft.com/office/officeart/2005/8/layout/list1"/>
    <dgm:cxn modelId="{8EEF931D-2EE0-4456-A46A-721D593233FF}" type="presOf" srcId="{11B43678-BFFC-4C77-B4F1-EA8A4E660125}" destId="{2E6A34CF-06D8-426F-97C9-07682F1F0D19}" srcOrd="0" destOrd="0" presId="urn:microsoft.com/office/officeart/2005/8/layout/list1"/>
    <dgm:cxn modelId="{4F1D3B38-61BC-44B4-8494-3105E8B89DE6}" type="presOf" srcId="{9DF2C42E-AFFE-4137-AEE9-05A02FFCF7A9}" destId="{BBDCAA4E-D735-47CC-B599-9612ED1702A4}" srcOrd="0" destOrd="0" presId="urn:microsoft.com/office/officeart/2005/8/layout/list1"/>
    <dgm:cxn modelId="{1D449975-E7E9-400C-A46B-4890923445C7}" type="presOf" srcId="{5D24EF70-81F3-4D9F-BE16-02ABCECE403F}" destId="{0E87E03C-BF0F-4D1A-902F-DC5AB969F620}" srcOrd="0" destOrd="0" presId="urn:microsoft.com/office/officeart/2005/8/layout/list1"/>
    <dgm:cxn modelId="{BF0DFE8F-11E2-4D86-AED2-E9E915D446BA}" type="presOf" srcId="{30B78C1E-F154-46FC-9EBB-92632BBB5D4E}" destId="{B8E8A969-83F6-460A-ACB9-8EAF84FFA35D}" srcOrd="0" destOrd="0" presId="urn:microsoft.com/office/officeart/2005/8/layout/list1"/>
    <dgm:cxn modelId="{A8866991-9A59-44CA-B978-CFE755B020B5}" srcId="{5D24EF70-81F3-4D9F-BE16-02ABCECE403F}" destId="{30B78C1E-F154-46FC-9EBB-92632BBB5D4E}" srcOrd="3" destOrd="0" parTransId="{BF7B49CC-29DF-4D1A-99DF-205095A343C8}" sibTransId="{82207ED9-A580-414B-ACD1-FA5B7D48DE32}"/>
    <dgm:cxn modelId="{103E2E9C-3DBF-41F9-998D-0FF6B32A5318}" srcId="{5D24EF70-81F3-4D9F-BE16-02ABCECE403F}" destId="{9DF2C42E-AFFE-4137-AEE9-05A02FFCF7A9}" srcOrd="0" destOrd="0" parTransId="{71D7F1F5-8DB3-4093-B99E-89BC319391F0}" sibTransId="{A152A8BF-0422-4A69-8346-00955E626BE5}"/>
    <dgm:cxn modelId="{DF1EB2BC-8C39-4BA0-ABFB-995DF2F3ED61}" type="presOf" srcId="{70950C4F-849D-42CC-9570-296DA51DC4AC}" destId="{11F77311-8EB7-43FC-A164-9E72D6129C6B}" srcOrd="1" destOrd="0" presId="urn:microsoft.com/office/officeart/2005/8/layout/list1"/>
    <dgm:cxn modelId="{157ACBC6-00E9-4090-AD63-23B71875BB13}" type="presOf" srcId="{30B78C1E-F154-46FC-9EBB-92632BBB5D4E}" destId="{D722B7F9-9550-4FB3-989F-F865F8987A8A}" srcOrd="1" destOrd="0" presId="urn:microsoft.com/office/officeart/2005/8/layout/list1"/>
    <dgm:cxn modelId="{039C21CE-F7B4-4384-B64B-3FA3C379F8DF}" srcId="{5D24EF70-81F3-4D9F-BE16-02ABCECE403F}" destId="{70950C4F-849D-42CC-9570-296DA51DC4AC}" srcOrd="1" destOrd="0" parTransId="{76630319-C50A-4B31-85D7-05BDA3FAD3AC}" sibTransId="{E9D8B38E-BA1A-465F-9C9C-BE5A8CB36F12}"/>
    <dgm:cxn modelId="{B4AFA0D0-A446-401D-AC44-0E6DE6092EF2}" type="presOf" srcId="{70950C4F-849D-42CC-9570-296DA51DC4AC}" destId="{7526D221-80DC-4AFB-87E1-7C2B0422D4AF}" srcOrd="0" destOrd="0" presId="urn:microsoft.com/office/officeart/2005/8/layout/list1"/>
    <dgm:cxn modelId="{445E6EEC-265B-4F0C-B5DA-F11BFD1FF94D}" type="presOf" srcId="{9DF2C42E-AFFE-4137-AEE9-05A02FFCF7A9}" destId="{7674E17B-86A0-465E-8A1F-27594DAAB309}" srcOrd="1" destOrd="0" presId="urn:microsoft.com/office/officeart/2005/8/layout/list1"/>
    <dgm:cxn modelId="{56052C37-E344-448C-8802-51A0441212AD}" type="presParOf" srcId="{0E87E03C-BF0F-4D1A-902F-DC5AB969F620}" destId="{7D75C482-D989-4929-BFA8-AF8EB3BD45AF}" srcOrd="0" destOrd="0" presId="urn:microsoft.com/office/officeart/2005/8/layout/list1"/>
    <dgm:cxn modelId="{D8D23199-0FE3-4F91-896E-8137ED0914ED}" type="presParOf" srcId="{7D75C482-D989-4929-BFA8-AF8EB3BD45AF}" destId="{BBDCAA4E-D735-47CC-B599-9612ED1702A4}" srcOrd="0" destOrd="0" presId="urn:microsoft.com/office/officeart/2005/8/layout/list1"/>
    <dgm:cxn modelId="{0C788728-71ED-4FD6-A332-7DAF1F84BADF}" type="presParOf" srcId="{7D75C482-D989-4929-BFA8-AF8EB3BD45AF}" destId="{7674E17B-86A0-465E-8A1F-27594DAAB309}" srcOrd="1" destOrd="0" presId="urn:microsoft.com/office/officeart/2005/8/layout/list1"/>
    <dgm:cxn modelId="{BFD4D4C1-35A6-4D6A-879D-5B896D90823B}" type="presParOf" srcId="{0E87E03C-BF0F-4D1A-902F-DC5AB969F620}" destId="{7DD5B1E5-FEA5-45F1-827F-9AE4AC1A62A7}" srcOrd="1" destOrd="0" presId="urn:microsoft.com/office/officeart/2005/8/layout/list1"/>
    <dgm:cxn modelId="{FFA3A6B3-79A8-40EB-BE84-6BF1307CA88B}" type="presParOf" srcId="{0E87E03C-BF0F-4D1A-902F-DC5AB969F620}" destId="{9D52B361-D713-4E58-A32A-943AB58D594A}" srcOrd="2" destOrd="0" presId="urn:microsoft.com/office/officeart/2005/8/layout/list1"/>
    <dgm:cxn modelId="{4E092F9B-C643-4862-973A-1DE915C7AB13}" type="presParOf" srcId="{0E87E03C-BF0F-4D1A-902F-DC5AB969F620}" destId="{2DF2BB27-09F5-4F18-9F03-7FC258B425BD}" srcOrd="3" destOrd="0" presId="urn:microsoft.com/office/officeart/2005/8/layout/list1"/>
    <dgm:cxn modelId="{772D0B99-9256-4E52-AE2B-0052DB700378}" type="presParOf" srcId="{0E87E03C-BF0F-4D1A-902F-DC5AB969F620}" destId="{905D27DE-4184-4D8D-B3CF-282AAA262EC7}" srcOrd="4" destOrd="0" presId="urn:microsoft.com/office/officeart/2005/8/layout/list1"/>
    <dgm:cxn modelId="{D629B28F-B2AC-42A5-A136-3B41158392A1}" type="presParOf" srcId="{905D27DE-4184-4D8D-B3CF-282AAA262EC7}" destId="{7526D221-80DC-4AFB-87E1-7C2B0422D4AF}" srcOrd="0" destOrd="0" presId="urn:microsoft.com/office/officeart/2005/8/layout/list1"/>
    <dgm:cxn modelId="{88795B95-7799-40A6-AD8D-F2FB0F328BB9}" type="presParOf" srcId="{905D27DE-4184-4D8D-B3CF-282AAA262EC7}" destId="{11F77311-8EB7-43FC-A164-9E72D6129C6B}" srcOrd="1" destOrd="0" presId="urn:microsoft.com/office/officeart/2005/8/layout/list1"/>
    <dgm:cxn modelId="{EDFEFC97-7051-40E1-85CD-46B0D2AE670D}" type="presParOf" srcId="{0E87E03C-BF0F-4D1A-902F-DC5AB969F620}" destId="{1870EFA2-5101-43DE-9C3B-3656C1B2F757}" srcOrd="5" destOrd="0" presId="urn:microsoft.com/office/officeart/2005/8/layout/list1"/>
    <dgm:cxn modelId="{D3E041B1-D789-4765-BC4A-0FED1894A24D}" type="presParOf" srcId="{0E87E03C-BF0F-4D1A-902F-DC5AB969F620}" destId="{06FAEE55-E351-4E82-BD14-4E05B546BDF9}" srcOrd="6" destOrd="0" presId="urn:microsoft.com/office/officeart/2005/8/layout/list1"/>
    <dgm:cxn modelId="{FF58281D-D844-4794-9268-572EDE19F771}" type="presParOf" srcId="{0E87E03C-BF0F-4D1A-902F-DC5AB969F620}" destId="{FF3636DB-2656-4B18-9750-62FC1D124ADB}" srcOrd="7" destOrd="0" presId="urn:microsoft.com/office/officeart/2005/8/layout/list1"/>
    <dgm:cxn modelId="{D52BDD7B-A9B4-44AC-82A0-18E2FC8C784A}" type="presParOf" srcId="{0E87E03C-BF0F-4D1A-902F-DC5AB969F620}" destId="{BEB9FA68-09B0-40FF-9BFD-3DC0BB634B27}" srcOrd="8" destOrd="0" presId="urn:microsoft.com/office/officeart/2005/8/layout/list1"/>
    <dgm:cxn modelId="{FAE4F564-42DB-4370-A593-41E6156F7FE1}" type="presParOf" srcId="{BEB9FA68-09B0-40FF-9BFD-3DC0BB634B27}" destId="{2E6A34CF-06D8-426F-97C9-07682F1F0D19}" srcOrd="0" destOrd="0" presId="urn:microsoft.com/office/officeart/2005/8/layout/list1"/>
    <dgm:cxn modelId="{6B345D6E-FF56-47C8-9ABB-4AB892328707}" type="presParOf" srcId="{BEB9FA68-09B0-40FF-9BFD-3DC0BB634B27}" destId="{C2B62543-6AB7-4DD1-ABC9-ECF496B03B82}" srcOrd="1" destOrd="0" presId="urn:microsoft.com/office/officeart/2005/8/layout/list1"/>
    <dgm:cxn modelId="{32C083AB-C9D9-4846-A9A6-947AD39BE126}" type="presParOf" srcId="{0E87E03C-BF0F-4D1A-902F-DC5AB969F620}" destId="{C3AC8FAA-1FB6-49A1-90F5-097E44909399}" srcOrd="9" destOrd="0" presId="urn:microsoft.com/office/officeart/2005/8/layout/list1"/>
    <dgm:cxn modelId="{DD58B1AA-35CB-4C81-A4AE-366E24D6FAB3}" type="presParOf" srcId="{0E87E03C-BF0F-4D1A-902F-DC5AB969F620}" destId="{593C03F8-41B4-4DBE-8FE7-0480FF9ACA60}" srcOrd="10" destOrd="0" presId="urn:microsoft.com/office/officeart/2005/8/layout/list1"/>
    <dgm:cxn modelId="{9B6CC4D6-1DD1-42C7-AAE3-0F28D28767F9}" type="presParOf" srcId="{0E87E03C-BF0F-4D1A-902F-DC5AB969F620}" destId="{13A54F5E-7B8A-456F-B9FD-0C72747CA712}" srcOrd="11" destOrd="0" presId="urn:microsoft.com/office/officeart/2005/8/layout/list1"/>
    <dgm:cxn modelId="{4F675202-A397-4A66-AAB1-2E4E4022F76F}" type="presParOf" srcId="{0E87E03C-BF0F-4D1A-902F-DC5AB969F620}" destId="{7D77CC3C-BE8E-45EB-A3E0-C47980AAC419}" srcOrd="12" destOrd="0" presId="urn:microsoft.com/office/officeart/2005/8/layout/list1"/>
    <dgm:cxn modelId="{8C742805-7899-46C5-A08D-DE6B48941FDB}" type="presParOf" srcId="{7D77CC3C-BE8E-45EB-A3E0-C47980AAC419}" destId="{B8E8A969-83F6-460A-ACB9-8EAF84FFA35D}" srcOrd="0" destOrd="0" presId="urn:microsoft.com/office/officeart/2005/8/layout/list1"/>
    <dgm:cxn modelId="{2D359008-EB0D-4D2C-A009-A2C4C6C8BFB1}" type="presParOf" srcId="{7D77CC3C-BE8E-45EB-A3E0-C47980AAC419}" destId="{D722B7F9-9550-4FB3-989F-F865F8987A8A}" srcOrd="1" destOrd="0" presId="urn:microsoft.com/office/officeart/2005/8/layout/list1"/>
    <dgm:cxn modelId="{337DBB6B-154A-44B9-9D19-9C1759013D41}" type="presParOf" srcId="{0E87E03C-BF0F-4D1A-902F-DC5AB969F620}" destId="{FAFEC0A8-E760-4FE1-9EA6-81793FC929BC}" srcOrd="13" destOrd="0" presId="urn:microsoft.com/office/officeart/2005/8/layout/list1"/>
    <dgm:cxn modelId="{AE58AFA7-D658-40B2-BC9D-CA646F1B6B5D}" type="presParOf" srcId="{0E87E03C-BF0F-4D1A-902F-DC5AB969F620}" destId="{A7B3CAB7-84BE-4BC3-8C5B-4CF5FED3618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85AB49-9290-4889-9B5E-EC66E8768385}" type="doc">
      <dgm:prSet loTypeId="urn:microsoft.com/office/officeart/2005/8/layout/hList1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99EDEA9-AF0B-428D-BC1A-76505BD3787C}">
      <dgm:prSet/>
      <dgm:spPr/>
      <dgm:t>
        <a:bodyPr/>
        <a:lstStyle/>
        <a:p>
          <a:r>
            <a:rPr lang="en-US"/>
            <a:t>Front End </a:t>
          </a:r>
        </a:p>
      </dgm:t>
    </dgm:pt>
    <dgm:pt modelId="{E0C34785-E553-4DC9-B0E8-E5B41E0FC016}" type="parTrans" cxnId="{AED59235-2CC2-4E5E-A24E-0036F9CB37EA}">
      <dgm:prSet/>
      <dgm:spPr/>
      <dgm:t>
        <a:bodyPr/>
        <a:lstStyle/>
        <a:p>
          <a:endParaRPr lang="en-US"/>
        </a:p>
      </dgm:t>
    </dgm:pt>
    <dgm:pt modelId="{32B5056D-0259-4D97-A493-9DAE98351F9C}" type="sibTrans" cxnId="{AED59235-2CC2-4E5E-A24E-0036F9CB37EA}">
      <dgm:prSet/>
      <dgm:spPr/>
      <dgm:t>
        <a:bodyPr/>
        <a:lstStyle/>
        <a:p>
          <a:endParaRPr lang="en-US"/>
        </a:p>
      </dgm:t>
    </dgm:pt>
    <dgm:pt modelId="{33386518-3333-4DD9-B33F-5BDC1B9526A8}">
      <dgm:prSet/>
      <dgm:spPr/>
      <dgm:t>
        <a:bodyPr/>
        <a:lstStyle/>
        <a:p>
          <a:r>
            <a:rPr lang="en-US"/>
            <a:t>Whether the LB has to “internet Facing” Or “Internal” facing</a:t>
          </a:r>
        </a:p>
      </dgm:t>
    </dgm:pt>
    <dgm:pt modelId="{03DF757E-7A40-4F6B-AED1-AF0AFD9D3BCC}" type="parTrans" cxnId="{0D792DF5-1A84-4784-B47C-91D2A585F22D}">
      <dgm:prSet/>
      <dgm:spPr/>
      <dgm:t>
        <a:bodyPr/>
        <a:lstStyle/>
        <a:p>
          <a:endParaRPr lang="en-US"/>
        </a:p>
      </dgm:t>
    </dgm:pt>
    <dgm:pt modelId="{1B13965E-01E8-4717-900E-417B75E174D2}" type="sibTrans" cxnId="{0D792DF5-1A84-4784-B47C-91D2A585F22D}">
      <dgm:prSet/>
      <dgm:spPr/>
      <dgm:t>
        <a:bodyPr/>
        <a:lstStyle/>
        <a:p>
          <a:endParaRPr lang="en-US"/>
        </a:p>
      </dgm:t>
    </dgm:pt>
    <dgm:pt modelId="{B8B107D6-9F19-42D0-9EF9-99737024C15E}">
      <dgm:prSet/>
      <dgm:spPr/>
      <dgm:t>
        <a:bodyPr/>
        <a:lstStyle/>
        <a:p>
          <a:r>
            <a:rPr lang="en-US"/>
            <a:t>The Front-End Public IP is created Automatically for “Application LB”</a:t>
          </a:r>
        </a:p>
      </dgm:t>
    </dgm:pt>
    <dgm:pt modelId="{4EDFC238-99CD-43F3-B875-050A2933AAC1}" type="parTrans" cxnId="{C49595F3-EDF8-4438-B40F-68E365AD8775}">
      <dgm:prSet/>
      <dgm:spPr/>
      <dgm:t>
        <a:bodyPr/>
        <a:lstStyle/>
        <a:p>
          <a:endParaRPr lang="en-US"/>
        </a:p>
      </dgm:t>
    </dgm:pt>
    <dgm:pt modelId="{4C8DF88C-18AA-4AAC-9321-5438146023B4}" type="sibTrans" cxnId="{C49595F3-EDF8-4438-B40F-68E365AD8775}">
      <dgm:prSet/>
      <dgm:spPr/>
      <dgm:t>
        <a:bodyPr/>
        <a:lstStyle/>
        <a:p>
          <a:endParaRPr lang="en-US"/>
        </a:p>
      </dgm:t>
    </dgm:pt>
    <dgm:pt modelId="{9EB0384A-0649-4E35-BF93-50DEE99D4C75}">
      <dgm:prSet/>
      <dgm:spPr/>
      <dgm:t>
        <a:bodyPr/>
        <a:lstStyle/>
        <a:p>
          <a:r>
            <a:rPr lang="en-US"/>
            <a:t>We have an option to assign a Static Public IP (ElasticIP) for “Network LB”</a:t>
          </a:r>
        </a:p>
      </dgm:t>
    </dgm:pt>
    <dgm:pt modelId="{6A21C291-5FB6-496E-8E3C-6B67C74B8807}" type="parTrans" cxnId="{B958B2F1-8479-4838-9194-C15055B024C6}">
      <dgm:prSet/>
      <dgm:spPr/>
      <dgm:t>
        <a:bodyPr/>
        <a:lstStyle/>
        <a:p>
          <a:endParaRPr lang="en-US"/>
        </a:p>
      </dgm:t>
    </dgm:pt>
    <dgm:pt modelId="{BFF02F6E-964B-4F96-AA59-FB60BA28CDC5}" type="sibTrans" cxnId="{B958B2F1-8479-4838-9194-C15055B024C6}">
      <dgm:prSet/>
      <dgm:spPr/>
      <dgm:t>
        <a:bodyPr/>
        <a:lstStyle/>
        <a:p>
          <a:endParaRPr lang="en-US"/>
        </a:p>
      </dgm:t>
    </dgm:pt>
    <dgm:pt modelId="{0B20A0F1-FDC0-4662-8BAA-C1F01AF84766}">
      <dgm:prSet/>
      <dgm:spPr/>
      <dgm:t>
        <a:bodyPr/>
        <a:lstStyle/>
        <a:p>
          <a:r>
            <a:rPr lang="en-US"/>
            <a:t>Back End</a:t>
          </a:r>
        </a:p>
      </dgm:t>
    </dgm:pt>
    <dgm:pt modelId="{AA4CFCE0-FBFD-44D8-A550-AE3538677232}" type="parTrans" cxnId="{AE11FA27-E48C-468E-B29A-ECE9D607F64B}">
      <dgm:prSet/>
      <dgm:spPr/>
      <dgm:t>
        <a:bodyPr/>
        <a:lstStyle/>
        <a:p>
          <a:endParaRPr lang="en-US"/>
        </a:p>
      </dgm:t>
    </dgm:pt>
    <dgm:pt modelId="{9D4EA90C-59FF-431A-B7EC-5A17B6F30029}" type="sibTrans" cxnId="{AE11FA27-E48C-468E-B29A-ECE9D607F64B}">
      <dgm:prSet/>
      <dgm:spPr/>
      <dgm:t>
        <a:bodyPr/>
        <a:lstStyle/>
        <a:p>
          <a:endParaRPr lang="en-US"/>
        </a:p>
      </dgm:t>
    </dgm:pt>
    <dgm:pt modelId="{31B8D0FD-B308-4166-B341-FA481B30EB25}">
      <dgm:prSet/>
      <dgm:spPr/>
      <dgm:t>
        <a:bodyPr/>
        <a:lstStyle/>
        <a:p>
          <a:r>
            <a:rPr lang="en-US"/>
            <a:t>For Application LB</a:t>
          </a:r>
        </a:p>
      </dgm:t>
    </dgm:pt>
    <dgm:pt modelId="{6229165A-D472-426D-BAF8-E325A164FCE9}" type="parTrans" cxnId="{8A09857C-2E67-4574-AE07-556586093580}">
      <dgm:prSet/>
      <dgm:spPr/>
      <dgm:t>
        <a:bodyPr/>
        <a:lstStyle/>
        <a:p>
          <a:endParaRPr lang="en-US"/>
        </a:p>
      </dgm:t>
    </dgm:pt>
    <dgm:pt modelId="{C6EF1C83-0A44-4E70-8865-D2B3F57F1BA5}" type="sibTrans" cxnId="{8A09857C-2E67-4574-AE07-556586093580}">
      <dgm:prSet/>
      <dgm:spPr/>
      <dgm:t>
        <a:bodyPr/>
        <a:lstStyle/>
        <a:p>
          <a:endParaRPr lang="en-US"/>
        </a:p>
      </dgm:t>
    </dgm:pt>
    <dgm:pt modelId="{F5367DEA-A2C3-4071-AEA3-74A8E448F072}">
      <dgm:prSet/>
      <dgm:spPr/>
      <dgm:t>
        <a:bodyPr/>
        <a:lstStyle/>
        <a:p>
          <a:r>
            <a:rPr lang="en-US"/>
            <a:t>We need to add a VPC that has a min of 2 Subnets in 2 Different Availability Zone.</a:t>
          </a:r>
        </a:p>
      </dgm:t>
    </dgm:pt>
    <dgm:pt modelId="{B706A92A-A9DB-4E20-993D-F21732D0C235}" type="parTrans" cxnId="{361D3D07-8CE0-4727-9011-8903459E3DB0}">
      <dgm:prSet/>
      <dgm:spPr/>
      <dgm:t>
        <a:bodyPr/>
        <a:lstStyle/>
        <a:p>
          <a:endParaRPr lang="en-US"/>
        </a:p>
      </dgm:t>
    </dgm:pt>
    <dgm:pt modelId="{B421C869-B863-4D6C-A048-15D0CB623F46}" type="sibTrans" cxnId="{361D3D07-8CE0-4727-9011-8903459E3DB0}">
      <dgm:prSet/>
      <dgm:spPr/>
      <dgm:t>
        <a:bodyPr/>
        <a:lstStyle/>
        <a:p>
          <a:endParaRPr lang="en-US"/>
        </a:p>
      </dgm:t>
    </dgm:pt>
    <dgm:pt modelId="{7DFFE172-5CE1-4F7A-B22A-5C01998BF3F1}">
      <dgm:prSet/>
      <dgm:spPr/>
      <dgm:t>
        <a:bodyPr/>
        <a:lstStyle/>
        <a:p>
          <a:r>
            <a:rPr lang="en-US"/>
            <a:t>For Network LB</a:t>
          </a:r>
        </a:p>
      </dgm:t>
    </dgm:pt>
    <dgm:pt modelId="{638D4597-56D4-4B27-AF97-4A3FC83424D9}" type="parTrans" cxnId="{09ECD854-2B2D-43F2-AB12-211FDD813EB2}">
      <dgm:prSet/>
      <dgm:spPr/>
      <dgm:t>
        <a:bodyPr/>
        <a:lstStyle/>
        <a:p>
          <a:endParaRPr lang="en-US"/>
        </a:p>
      </dgm:t>
    </dgm:pt>
    <dgm:pt modelId="{D38058B1-6580-4C6C-B2CB-B5077CE5CDAA}" type="sibTrans" cxnId="{09ECD854-2B2D-43F2-AB12-211FDD813EB2}">
      <dgm:prSet/>
      <dgm:spPr/>
      <dgm:t>
        <a:bodyPr/>
        <a:lstStyle/>
        <a:p>
          <a:endParaRPr lang="en-US"/>
        </a:p>
      </dgm:t>
    </dgm:pt>
    <dgm:pt modelId="{E354696B-D702-40EC-A5D9-64B05F702B01}">
      <dgm:prSet/>
      <dgm:spPr/>
      <dgm:t>
        <a:bodyPr/>
        <a:lstStyle/>
        <a:p>
          <a:r>
            <a:rPr lang="en-US"/>
            <a:t>We can have a min of 1 Subnet in the backend.</a:t>
          </a:r>
        </a:p>
      </dgm:t>
    </dgm:pt>
    <dgm:pt modelId="{D40AB401-3638-465B-B8F3-44804E7E4C26}" type="parTrans" cxnId="{A3C6064D-3E82-4E79-90F2-5E15FB37AC2D}">
      <dgm:prSet/>
      <dgm:spPr/>
      <dgm:t>
        <a:bodyPr/>
        <a:lstStyle/>
        <a:p>
          <a:endParaRPr lang="en-US"/>
        </a:p>
      </dgm:t>
    </dgm:pt>
    <dgm:pt modelId="{A6F7EE7B-8D1F-40BB-B384-D25DC7197616}" type="sibTrans" cxnId="{A3C6064D-3E82-4E79-90F2-5E15FB37AC2D}">
      <dgm:prSet/>
      <dgm:spPr/>
      <dgm:t>
        <a:bodyPr/>
        <a:lstStyle/>
        <a:p>
          <a:endParaRPr lang="en-US"/>
        </a:p>
      </dgm:t>
    </dgm:pt>
    <dgm:pt modelId="{807D96DF-34B4-4028-9D90-267B51AAE801}" type="pres">
      <dgm:prSet presAssocID="{EB85AB49-9290-4889-9B5E-EC66E8768385}" presName="Name0" presStyleCnt="0">
        <dgm:presLayoutVars>
          <dgm:dir/>
          <dgm:animLvl val="lvl"/>
          <dgm:resizeHandles val="exact"/>
        </dgm:presLayoutVars>
      </dgm:prSet>
      <dgm:spPr/>
    </dgm:pt>
    <dgm:pt modelId="{1A8A0A76-417A-435F-B756-8A025A88EC35}" type="pres">
      <dgm:prSet presAssocID="{E99EDEA9-AF0B-428D-BC1A-76505BD3787C}" presName="composite" presStyleCnt="0"/>
      <dgm:spPr/>
    </dgm:pt>
    <dgm:pt modelId="{2079E6CC-CC9D-4AFC-8D95-2A75376BAFCE}" type="pres">
      <dgm:prSet presAssocID="{E99EDEA9-AF0B-428D-BC1A-76505BD3787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A983CE2-64A5-4402-9B57-EF8930DA0150}" type="pres">
      <dgm:prSet presAssocID="{E99EDEA9-AF0B-428D-BC1A-76505BD3787C}" presName="desTx" presStyleLbl="alignAccFollowNode1" presStyleIdx="0" presStyleCnt="2">
        <dgm:presLayoutVars>
          <dgm:bulletEnabled val="1"/>
        </dgm:presLayoutVars>
      </dgm:prSet>
      <dgm:spPr/>
    </dgm:pt>
    <dgm:pt modelId="{9EF27D4F-672F-4A5F-970D-2064AECA2CD5}" type="pres">
      <dgm:prSet presAssocID="{32B5056D-0259-4D97-A493-9DAE98351F9C}" presName="space" presStyleCnt="0"/>
      <dgm:spPr/>
    </dgm:pt>
    <dgm:pt modelId="{0D611F16-387B-4F8B-9A3D-F21B9422A2F6}" type="pres">
      <dgm:prSet presAssocID="{0B20A0F1-FDC0-4662-8BAA-C1F01AF84766}" presName="composite" presStyleCnt="0"/>
      <dgm:spPr/>
    </dgm:pt>
    <dgm:pt modelId="{C957A49F-97FB-452F-AB3B-4F01892AE459}" type="pres">
      <dgm:prSet presAssocID="{0B20A0F1-FDC0-4662-8BAA-C1F01AF84766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11B3B247-6ABF-43CA-85D1-46E76ADBE9C5}" type="pres">
      <dgm:prSet presAssocID="{0B20A0F1-FDC0-4662-8BAA-C1F01AF84766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F1A22B07-C82C-442D-9678-C1775CFCBBAE}" type="presOf" srcId="{E354696B-D702-40EC-A5D9-64B05F702B01}" destId="{11B3B247-6ABF-43CA-85D1-46E76ADBE9C5}" srcOrd="0" destOrd="3" presId="urn:microsoft.com/office/officeart/2005/8/layout/hList1"/>
    <dgm:cxn modelId="{361D3D07-8CE0-4727-9011-8903459E3DB0}" srcId="{31B8D0FD-B308-4166-B341-FA481B30EB25}" destId="{F5367DEA-A2C3-4071-AEA3-74A8E448F072}" srcOrd="0" destOrd="0" parTransId="{B706A92A-A9DB-4E20-993D-F21732D0C235}" sibTransId="{B421C869-B863-4D6C-A048-15D0CB623F46}"/>
    <dgm:cxn modelId="{8596371D-6AC6-4EFE-BCA6-07E043C5B719}" type="presOf" srcId="{F5367DEA-A2C3-4071-AEA3-74A8E448F072}" destId="{11B3B247-6ABF-43CA-85D1-46E76ADBE9C5}" srcOrd="0" destOrd="1" presId="urn:microsoft.com/office/officeart/2005/8/layout/hList1"/>
    <dgm:cxn modelId="{AE11FA27-E48C-468E-B29A-ECE9D607F64B}" srcId="{EB85AB49-9290-4889-9B5E-EC66E8768385}" destId="{0B20A0F1-FDC0-4662-8BAA-C1F01AF84766}" srcOrd="1" destOrd="0" parTransId="{AA4CFCE0-FBFD-44D8-A550-AE3538677232}" sibTransId="{9D4EA90C-59FF-431A-B7EC-5A17B6F30029}"/>
    <dgm:cxn modelId="{E6464B35-7809-4F01-AB0F-5F129C393DA5}" type="presOf" srcId="{31B8D0FD-B308-4166-B341-FA481B30EB25}" destId="{11B3B247-6ABF-43CA-85D1-46E76ADBE9C5}" srcOrd="0" destOrd="0" presId="urn:microsoft.com/office/officeart/2005/8/layout/hList1"/>
    <dgm:cxn modelId="{AED59235-2CC2-4E5E-A24E-0036F9CB37EA}" srcId="{EB85AB49-9290-4889-9B5E-EC66E8768385}" destId="{E99EDEA9-AF0B-428D-BC1A-76505BD3787C}" srcOrd="0" destOrd="0" parTransId="{E0C34785-E553-4DC9-B0E8-E5B41E0FC016}" sibTransId="{32B5056D-0259-4D97-A493-9DAE98351F9C}"/>
    <dgm:cxn modelId="{A3C6064D-3E82-4E79-90F2-5E15FB37AC2D}" srcId="{7DFFE172-5CE1-4F7A-B22A-5C01998BF3F1}" destId="{E354696B-D702-40EC-A5D9-64B05F702B01}" srcOrd="0" destOrd="0" parTransId="{D40AB401-3638-465B-B8F3-44804E7E4C26}" sibTransId="{A6F7EE7B-8D1F-40BB-B384-D25DC7197616}"/>
    <dgm:cxn modelId="{A775A64F-5435-4909-B80E-C6B7FDFCD535}" type="presOf" srcId="{0B20A0F1-FDC0-4662-8BAA-C1F01AF84766}" destId="{C957A49F-97FB-452F-AB3B-4F01892AE459}" srcOrd="0" destOrd="0" presId="urn:microsoft.com/office/officeart/2005/8/layout/hList1"/>
    <dgm:cxn modelId="{A2E7D254-1C3E-4C15-B18A-61D34D56BF63}" type="presOf" srcId="{EB85AB49-9290-4889-9B5E-EC66E8768385}" destId="{807D96DF-34B4-4028-9D90-267B51AAE801}" srcOrd="0" destOrd="0" presId="urn:microsoft.com/office/officeart/2005/8/layout/hList1"/>
    <dgm:cxn modelId="{09ECD854-2B2D-43F2-AB12-211FDD813EB2}" srcId="{0B20A0F1-FDC0-4662-8BAA-C1F01AF84766}" destId="{7DFFE172-5CE1-4F7A-B22A-5C01998BF3F1}" srcOrd="1" destOrd="0" parTransId="{638D4597-56D4-4B27-AF97-4A3FC83424D9}" sibTransId="{D38058B1-6580-4C6C-B2CB-B5077CE5CDAA}"/>
    <dgm:cxn modelId="{AF8A4975-EF94-49DD-9DBC-946D594C564B}" type="presOf" srcId="{B8B107D6-9F19-42D0-9EF9-99737024C15E}" destId="{BA983CE2-64A5-4402-9B57-EF8930DA0150}" srcOrd="0" destOrd="1" presId="urn:microsoft.com/office/officeart/2005/8/layout/hList1"/>
    <dgm:cxn modelId="{8A09857C-2E67-4574-AE07-556586093580}" srcId="{0B20A0F1-FDC0-4662-8BAA-C1F01AF84766}" destId="{31B8D0FD-B308-4166-B341-FA481B30EB25}" srcOrd="0" destOrd="0" parTransId="{6229165A-D472-426D-BAF8-E325A164FCE9}" sibTransId="{C6EF1C83-0A44-4E70-8865-D2B3F57F1BA5}"/>
    <dgm:cxn modelId="{60457F95-204C-487C-A3DF-E799449F5FDA}" type="presOf" srcId="{9EB0384A-0649-4E35-BF93-50DEE99D4C75}" destId="{BA983CE2-64A5-4402-9B57-EF8930DA0150}" srcOrd="0" destOrd="2" presId="urn:microsoft.com/office/officeart/2005/8/layout/hList1"/>
    <dgm:cxn modelId="{AF69EF9C-B613-40AB-90B8-1D265F188370}" type="presOf" srcId="{7DFFE172-5CE1-4F7A-B22A-5C01998BF3F1}" destId="{11B3B247-6ABF-43CA-85D1-46E76ADBE9C5}" srcOrd="0" destOrd="2" presId="urn:microsoft.com/office/officeart/2005/8/layout/hList1"/>
    <dgm:cxn modelId="{EB434BC1-B0E7-49E8-AC19-2527C0820EF2}" type="presOf" srcId="{E99EDEA9-AF0B-428D-BC1A-76505BD3787C}" destId="{2079E6CC-CC9D-4AFC-8D95-2A75376BAFCE}" srcOrd="0" destOrd="0" presId="urn:microsoft.com/office/officeart/2005/8/layout/hList1"/>
    <dgm:cxn modelId="{B958B2F1-8479-4838-9194-C15055B024C6}" srcId="{E99EDEA9-AF0B-428D-BC1A-76505BD3787C}" destId="{9EB0384A-0649-4E35-BF93-50DEE99D4C75}" srcOrd="2" destOrd="0" parTransId="{6A21C291-5FB6-496E-8E3C-6B67C74B8807}" sibTransId="{BFF02F6E-964B-4F96-AA59-FB60BA28CDC5}"/>
    <dgm:cxn modelId="{C49595F3-EDF8-4438-B40F-68E365AD8775}" srcId="{E99EDEA9-AF0B-428D-BC1A-76505BD3787C}" destId="{B8B107D6-9F19-42D0-9EF9-99737024C15E}" srcOrd="1" destOrd="0" parTransId="{4EDFC238-99CD-43F3-B875-050A2933AAC1}" sibTransId="{4C8DF88C-18AA-4AAC-9321-5438146023B4}"/>
    <dgm:cxn modelId="{0D792DF5-1A84-4784-B47C-91D2A585F22D}" srcId="{E99EDEA9-AF0B-428D-BC1A-76505BD3787C}" destId="{33386518-3333-4DD9-B33F-5BDC1B9526A8}" srcOrd="0" destOrd="0" parTransId="{03DF757E-7A40-4F6B-AED1-AF0AFD9D3BCC}" sibTransId="{1B13965E-01E8-4717-900E-417B75E174D2}"/>
    <dgm:cxn modelId="{CFD060FC-4A64-41E4-8685-B8D09A7EB8E2}" type="presOf" srcId="{33386518-3333-4DD9-B33F-5BDC1B9526A8}" destId="{BA983CE2-64A5-4402-9B57-EF8930DA0150}" srcOrd="0" destOrd="0" presId="urn:microsoft.com/office/officeart/2005/8/layout/hList1"/>
    <dgm:cxn modelId="{673780ED-3892-49A9-97D1-E498E88E84B6}" type="presParOf" srcId="{807D96DF-34B4-4028-9D90-267B51AAE801}" destId="{1A8A0A76-417A-435F-B756-8A025A88EC35}" srcOrd="0" destOrd="0" presId="urn:microsoft.com/office/officeart/2005/8/layout/hList1"/>
    <dgm:cxn modelId="{33250AC8-FCC6-49DC-99A7-4D4EF2EA2467}" type="presParOf" srcId="{1A8A0A76-417A-435F-B756-8A025A88EC35}" destId="{2079E6CC-CC9D-4AFC-8D95-2A75376BAFCE}" srcOrd="0" destOrd="0" presId="urn:microsoft.com/office/officeart/2005/8/layout/hList1"/>
    <dgm:cxn modelId="{0706A182-BB66-44E9-A354-7BE55578A912}" type="presParOf" srcId="{1A8A0A76-417A-435F-B756-8A025A88EC35}" destId="{BA983CE2-64A5-4402-9B57-EF8930DA0150}" srcOrd="1" destOrd="0" presId="urn:microsoft.com/office/officeart/2005/8/layout/hList1"/>
    <dgm:cxn modelId="{F74F73E8-F353-4C5A-A65E-138BD8A11229}" type="presParOf" srcId="{807D96DF-34B4-4028-9D90-267B51AAE801}" destId="{9EF27D4F-672F-4A5F-970D-2064AECA2CD5}" srcOrd="1" destOrd="0" presId="urn:microsoft.com/office/officeart/2005/8/layout/hList1"/>
    <dgm:cxn modelId="{D3A7E223-245F-4F17-886D-B987215CD59A}" type="presParOf" srcId="{807D96DF-34B4-4028-9D90-267B51AAE801}" destId="{0D611F16-387B-4F8B-9A3D-F21B9422A2F6}" srcOrd="2" destOrd="0" presId="urn:microsoft.com/office/officeart/2005/8/layout/hList1"/>
    <dgm:cxn modelId="{AB73C8D7-49DE-4B24-93C7-DAD862CC0EA5}" type="presParOf" srcId="{0D611F16-387B-4F8B-9A3D-F21B9422A2F6}" destId="{C957A49F-97FB-452F-AB3B-4F01892AE459}" srcOrd="0" destOrd="0" presId="urn:microsoft.com/office/officeart/2005/8/layout/hList1"/>
    <dgm:cxn modelId="{6A3DF580-69C5-4D41-A18E-DDF348167C06}" type="presParOf" srcId="{0D611F16-387B-4F8B-9A3D-F21B9422A2F6}" destId="{11B3B247-6ABF-43CA-85D1-46E76ADBE9C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D4019AC-C146-4C19-8CDE-9A0F2D2B1F73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4F8827D-ABBD-4CDB-84FE-08E390649C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Since LB is an individual feature, we need to specify what traffic can come in.</a:t>
          </a:r>
        </a:p>
      </dgm:t>
    </dgm:pt>
    <dgm:pt modelId="{63C147C8-A556-4D91-9CB9-2844A5010331}" type="parTrans" cxnId="{AC0BEF3A-A9F9-425F-8BD6-45ADB0E1CFAF}">
      <dgm:prSet/>
      <dgm:spPr/>
      <dgm:t>
        <a:bodyPr/>
        <a:lstStyle/>
        <a:p>
          <a:endParaRPr lang="en-US"/>
        </a:p>
      </dgm:t>
    </dgm:pt>
    <dgm:pt modelId="{8099A764-7B4A-4272-9178-0D29CA152EF7}" type="sibTrans" cxnId="{AC0BEF3A-A9F9-425F-8BD6-45ADB0E1CFAF}">
      <dgm:prSet/>
      <dgm:spPr/>
      <dgm:t>
        <a:bodyPr/>
        <a:lstStyle/>
        <a:p>
          <a:endParaRPr lang="en-US"/>
        </a:p>
      </dgm:t>
    </dgm:pt>
    <dgm:pt modelId="{CF9BD149-CBB9-4580-9D72-747458054B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option is available only in “Application LB” and NOT in “Network LB”.</a:t>
          </a:r>
        </a:p>
      </dgm:t>
    </dgm:pt>
    <dgm:pt modelId="{F2AAB0EA-B0B9-4DC3-8956-E6A0FECD9667}" type="parTrans" cxnId="{4AED4C6F-6C20-4542-B202-7539A5F5A0B4}">
      <dgm:prSet/>
      <dgm:spPr/>
      <dgm:t>
        <a:bodyPr/>
        <a:lstStyle/>
        <a:p>
          <a:endParaRPr lang="en-US"/>
        </a:p>
      </dgm:t>
    </dgm:pt>
    <dgm:pt modelId="{34E748F9-B421-4252-BA49-3FD2D3759D5D}" type="sibTrans" cxnId="{4AED4C6F-6C20-4542-B202-7539A5F5A0B4}">
      <dgm:prSet/>
      <dgm:spPr/>
      <dgm:t>
        <a:bodyPr/>
        <a:lstStyle/>
        <a:p>
          <a:endParaRPr lang="en-US"/>
        </a:p>
      </dgm:t>
    </dgm:pt>
    <dgm:pt modelId="{02FAABF0-9563-4423-A142-E426D58655EA}" type="pres">
      <dgm:prSet presAssocID="{6D4019AC-C146-4C19-8CDE-9A0F2D2B1F73}" presName="root" presStyleCnt="0">
        <dgm:presLayoutVars>
          <dgm:dir/>
          <dgm:resizeHandles val="exact"/>
        </dgm:presLayoutVars>
      </dgm:prSet>
      <dgm:spPr/>
    </dgm:pt>
    <dgm:pt modelId="{3F4CEB93-22BE-4332-889A-EC3CC1C6930B}" type="pres">
      <dgm:prSet presAssocID="{84F8827D-ABBD-4CDB-84FE-08E390649C4F}" presName="compNode" presStyleCnt="0"/>
      <dgm:spPr/>
    </dgm:pt>
    <dgm:pt modelId="{345F71C9-4568-4803-BC7F-A88BA1A9A5A6}" type="pres">
      <dgm:prSet presAssocID="{84F8827D-ABBD-4CDB-84FE-08E390649C4F}" presName="bgRect" presStyleLbl="bgShp" presStyleIdx="0" presStyleCnt="2"/>
      <dgm:spPr/>
    </dgm:pt>
    <dgm:pt modelId="{486FDE70-F57D-4118-9223-73A344C2BF4F}" type="pres">
      <dgm:prSet presAssocID="{84F8827D-ABBD-4CDB-84FE-08E390649C4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5E2C785E-6475-4271-BB99-4B4E4184B82C}" type="pres">
      <dgm:prSet presAssocID="{84F8827D-ABBD-4CDB-84FE-08E390649C4F}" presName="spaceRect" presStyleCnt="0"/>
      <dgm:spPr/>
    </dgm:pt>
    <dgm:pt modelId="{90608864-8875-4542-BC76-DD988FE42541}" type="pres">
      <dgm:prSet presAssocID="{84F8827D-ABBD-4CDB-84FE-08E390649C4F}" presName="parTx" presStyleLbl="revTx" presStyleIdx="0" presStyleCnt="2">
        <dgm:presLayoutVars>
          <dgm:chMax val="0"/>
          <dgm:chPref val="0"/>
        </dgm:presLayoutVars>
      </dgm:prSet>
      <dgm:spPr/>
    </dgm:pt>
    <dgm:pt modelId="{472742D9-D4BE-4BD6-A685-6660618B44FD}" type="pres">
      <dgm:prSet presAssocID="{8099A764-7B4A-4272-9178-0D29CA152EF7}" presName="sibTrans" presStyleCnt="0"/>
      <dgm:spPr/>
    </dgm:pt>
    <dgm:pt modelId="{B5A60F88-40CD-42EA-A15A-EBB6C26EA558}" type="pres">
      <dgm:prSet presAssocID="{CF9BD149-CBB9-4580-9D72-747458054BAE}" presName="compNode" presStyleCnt="0"/>
      <dgm:spPr/>
    </dgm:pt>
    <dgm:pt modelId="{1F110649-E4F8-428D-BC2F-538288567251}" type="pres">
      <dgm:prSet presAssocID="{CF9BD149-CBB9-4580-9D72-747458054BAE}" presName="bgRect" presStyleLbl="bgShp" presStyleIdx="1" presStyleCnt="2"/>
      <dgm:spPr/>
    </dgm:pt>
    <dgm:pt modelId="{98CB0A09-A93E-4481-8ED9-CA2A675F3EB3}" type="pres">
      <dgm:prSet presAssocID="{CF9BD149-CBB9-4580-9D72-747458054BA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icket"/>
        </a:ext>
      </dgm:extLst>
    </dgm:pt>
    <dgm:pt modelId="{789625A1-34D6-4EC7-A6E0-5BCCB640F344}" type="pres">
      <dgm:prSet presAssocID="{CF9BD149-CBB9-4580-9D72-747458054BAE}" presName="spaceRect" presStyleCnt="0"/>
      <dgm:spPr/>
    </dgm:pt>
    <dgm:pt modelId="{13D9CBA2-5383-47D8-9D73-39C859D86712}" type="pres">
      <dgm:prSet presAssocID="{CF9BD149-CBB9-4580-9D72-747458054BA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3D06608-E263-484C-B16A-3CF96A3DF2A6}" type="presOf" srcId="{CF9BD149-CBB9-4580-9D72-747458054BAE}" destId="{13D9CBA2-5383-47D8-9D73-39C859D86712}" srcOrd="0" destOrd="0" presId="urn:microsoft.com/office/officeart/2018/2/layout/IconVerticalSolidList"/>
    <dgm:cxn modelId="{F01F202D-0663-4DC9-AB89-A6AC4C74813E}" type="presOf" srcId="{6D4019AC-C146-4C19-8CDE-9A0F2D2B1F73}" destId="{02FAABF0-9563-4423-A142-E426D58655EA}" srcOrd="0" destOrd="0" presId="urn:microsoft.com/office/officeart/2018/2/layout/IconVerticalSolidList"/>
    <dgm:cxn modelId="{AC0BEF3A-A9F9-425F-8BD6-45ADB0E1CFAF}" srcId="{6D4019AC-C146-4C19-8CDE-9A0F2D2B1F73}" destId="{84F8827D-ABBD-4CDB-84FE-08E390649C4F}" srcOrd="0" destOrd="0" parTransId="{63C147C8-A556-4D91-9CB9-2844A5010331}" sibTransId="{8099A764-7B4A-4272-9178-0D29CA152EF7}"/>
    <dgm:cxn modelId="{4AED4C6F-6C20-4542-B202-7539A5F5A0B4}" srcId="{6D4019AC-C146-4C19-8CDE-9A0F2D2B1F73}" destId="{CF9BD149-CBB9-4580-9D72-747458054BAE}" srcOrd="1" destOrd="0" parTransId="{F2AAB0EA-B0B9-4DC3-8956-E6A0FECD9667}" sibTransId="{34E748F9-B421-4252-BA49-3FD2D3759D5D}"/>
    <dgm:cxn modelId="{0F9479A6-4F8F-4317-8004-B4C0611CE34D}" type="presOf" srcId="{84F8827D-ABBD-4CDB-84FE-08E390649C4F}" destId="{90608864-8875-4542-BC76-DD988FE42541}" srcOrd="0" destOrd="0" presId="urn:microsoft.com/office/officeart/2018/2/layout/IconVerticalSolidList"/>
    <dgm:cxn modelId="{9956F833-C791-4D8B-AB78-78857BDBCEE0}" type="presParOf" srcId="{02FAABF0-9563-4423-A142-E426D58655EA}" destId="{3F4CEB93-22BE-4332-889A-EC3CC1C6930B}" srcOrd="0" destOrd="0" presId="urn:microsoft.com/office/officeart/2018/2/layout/IconVerticalSolidList"/>
    <dgm:cxn modelId="{470BDD4D-F358-4923-A759-C49B349ACF92}" type="presParOf" srcId="{3F4CEB93-22BE-4332-889A-EC3CC1C6930B}" destId="{345F71C9-4568-4803-BC7F-A88BA1A9A5A6}" srcOrd="0" destOrd="0" presId="urn:microsoft.com/office/officeart/2018/2/layout/IconVerticalSolidList"/>
    <dgm:cxn modelId="{78182BE2-A5E6-4671-B20D-C32EAE92BF06}" type="presParOf" srcId="{3F4CEB93-22BE-4332-889A-EC3CC1C6930B}" destId="{486FDE70-F57D-4118-9223-73A344C2BF4F}" srcOrd="1" destOrd="0" presId="urn:microsoft.com/office/officeart/2018/2/layout/IconVerticalSolidList"/>
    <dgm:cxn modelId="{3B1DF2EF-2808-4C7D-A471-91D389C38347}" type="presParOf" srcId="{3F4CEB93-22BE-4332-889A-EC3CC1C6930B}" destId="{5E2C785E-6475-4271-BB99-4B4E4184B82C}" srcOrd="2" destOrd="0" presId="urn:microsoft.com/office/officeart/2018/2/layout/IconVerticalSolidList"/>
    <dgm:cxn modelId="{E5E817FC-4B29-42EB-92D8-4E5EF71D56B2}" type="presParOf" srcId="{3F4CEB93-22BE-4332-889A-EC3CC1C6930B}" destId="{90608864-8875-4542-BC76-DD988FE42541}" srcOrd="3" destOrd="0" presId="urn:microsoft.com/office/officeart/2018/2/layout/IconVerticalSolidList"/>
    <dgm:cxn modelId="{2771FE8D-7DFF-44CF-9CA6-3F1B7F1A013A}" type="presParOf" srcId="{02FAABF0-9563-4423-A142-E426D58655EA}" destId="{472742D9-D4BE-4BD6-A685-6660618B44FD}" srcOrd="1" destOrd="0" presId="urn:microsoft.com/office/officeart/2018/2/layout/IconVerticalSolidList"/>
    <dgm:cxn modelId="{31917532-A5F1-4362-B815-D1F2C41B7B93}" type="presParOf" srcId="{02FAABF0-9563-4423-A142-E426D58655EA}" destId="{B5A60F88-40CD-42EA-A15A-EBB6C26EA558}" srcOrd="2" destOrd="0" presId="urn:microsoft.com/office/officeart/2018/2/layout/IconVerticalSolidList"/>
    <dgm:cxn modelId="{6DD0A7E5-D048-48C0-A503-9B24E2D7FB4C}" type="presParOf" srcId="{B5A60F88-40CD-42EA-A15A-EBB6C26EA558}" destId="{1F110649-E4F8-428D-BC2F-538288567251}" srcOrd="0" destOrd="0" presId="urn:microsoft.com/office/officeart/2018/2/layout/IconVerticalSolidList"/>
    <dgm:cxn modelId="{1E93FE17-84F1-411B-8476-100DE2A71659}" type="presParOf" srcId="{B5A60F88-40CD-42EA-A15A-EBB6C26EA558}" destId="{98CB0A09-A93E-4481-8ED9-CA2A675F3EB3}" srcOrd="1" destOrd="0" presId="urn:microsoft.com/office/officeart/2018/2/layout/IconVerticalSolidList"/>
    <dgm:cxn modelId="{069B76F9-A6B3-4C6B-9139-15FEE219F38A}" type="presParOf" srcId="{B5A60F88-40CD-42EA-A15A-EBB6C26EA558}" destId="{789625A1-34D6-4EC7-A6E0-5BCCB640F344}" srcOrd="2" destOrd="0" presId="urn:microsoft.com/office/officeart/2018/2/layout/IconVerticalSolidList"/>
    <dgm:cxn modelId="{3602D950-3790-48F5-B16E-F1CB71BF0FA2}" type="presParOf" srcId="{B5A60F88-40CD-42EA-A15A-EBB6C26EA558}" destId="{13D9CBA2-5383-47D8-9D73-39C859D8671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57EF966-98E8-4282-B03F-93F0DEF329D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57193EA-8831-414E-A462-F1D23CC7DB4A}">
      <dgm:prSet/>
      <dgm:spPr/>
      <dgm:t>
        <a:bodyPr/>
        <a:lstStyle/>
        <a:p>
          <a:r>
            <a:rPr lang="en-US"/>
            <a:t>It can Scale Out and Scale in</a:t>
          </a:r>
        </a:p>
      </dgm:t>
    </dgm:pt>
    <dgm:pt modelId="{85F4DD27-4F72-4DD4-8CDA-B65D9A90793B}" type="parTrans" cxnId="{9DF6C1A9-C292-4615-BCDD-43E7796A957A}">
      <dgm:prSet/>
      <dgm:spPr/>
      <dgm:t>
        <a:bodyPr/>
        <a:lstStyle/>
        <a:p>
          <a:endParaRPr lang="en-US"/>
        </a:p>
      </dgm:t>
    </dgm:pt>
    <dgm:pt modelId="{01D231EA-904D-4724-8515-40DF2AF7302C}" type="sibTrans" cxnId="{9DF6C1A9-C292-4615-BCDD-43E7796A957A}">
      <dgm:prSet/>
      <dgm:spPr/>
      <dgm:t>
        <a:bodyPr/>
        <a:lstStyle/>
        <a:p>
          <a:endParaRPr lang="en-US"/>
        </a:p>
      </dgm:t>
    </dgm:pt>
    <dgm:pt modelId="{1AE4860A-7A02-468F-809D-B4471F17955C}">
      <dgm:prSet/>
      <dgm:spPr/>
      <dgm:t>
        <a:bodyPr/>
        <a:lstStyle/>
        <a:p>
          <a:r>
            <a:rPr lang="en-US"/>
            <a:t>During Scale In, the VM’s are delete in FIFO Manner (First in First Out)</a:t>
          </a:r>
        </a:p>
      </dgm:t>
    </dgm:pt>
    <dgm:pt modelId="{20167A75-8218-4635-A57B-31F2D8E94FAC}" type="parTrans" cxnId="{35F04FB7-9861-4654-A0F0-7EA523BE1018}">
      <dgm:prSet/>
      <dgm:spPr/>
      <dgm:t>
        <a:bodyPr/>
        <a:lstStyle/>
        <a:p>
          <a:endParaRPr lang="en-US"/>
        </a:p>
      </dgm:t>
    </dgm:pt>
    <dgm:pt modelId="{5FD674E9-BA13-441C-867C-418DFF679153}" type="sibTrans" cxnId="{35F04FB7-9861-4654-A0F0-7EA523BE1018}">
      <dgm:prSet/>
      <dgm:spPr/>
      <dgm:t>
        <a:bodyPr/>
        <a:lstStyle/>
        <a:p>
          <a:endParaRPr lang="en-US"/>
        </a:p>
      </dgm:t>
    </dgm:pt>
    <dgm:pt modelId="{841C6854-A983-4DA3-A6DA-D1642CD277D8}" type="pres">
      <dgm:prSet presAssocID="{D57EF966-98E8-4282-B03F-93F0DEF329D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84E5D24-037C-4B20-A433-4D01AD9675A6}" type="pres">
      <dgm:prSet presAssocID="{957193EA-8831-414E-A462-F1D23CC7DB4A}" presName="hierRoot1" presStyleCnt="0"/>
      <dgm:spPr/>
    </dgm:pt>
    <dgm:pt modelId="{7D025BFA-E1B1-43AC-8DEC-020DDAE70900}" type="pres">
      <dgm:prSet presAssocID="{957193EA-8831-414E-A462-F1D23CC7DB4A}" presName="composite" presStyleCnt="0"/>
      <dgm:spPr/>
    </dgm:pt>
    <dgm:pt modelId="{C4EB7FE5-5FAB-46E5-9BBE-4A0659FA5AE4}" type="pres">
      <dgm:prSet presAssocID="{957193EA-8831-414E-A462-F1D23CC7DB4A}" presName="background" presStyleLbl="node0" presStyleIdx="0" presStyleCnt="2"/>
      <dgm:spPr/>
    </dgm:pt>
    <dgm:pt modelId="{E3BA95B4-5D67-4035-941B-C53EBB14D5EF}" type="pres">
      <dgm:prSet presAssocID="{957193EA-8831-414E-A462-F1D23CC7DB4A}" presName="text" presStyleLbl="fgAcc0" presStyleIdx="0" presStyleCnt="2">
        <dgm:presLayoutVars>
          <dgm:chPref val="3"/>
        </dgm:presLayoutVars>
      </dgm:prSet>
      <dgm:spPr/>
    </dgm:pt>
    <dgm:pt modelId="{2A3CAECD-CFA4-4ADC-BF66-D3A51D97BEBC}" type="pres">
      <dgm:prSet presAssocID="{957193EA-8831-414E-A462-F1D23CC7DB4A}" presName="hierChild2" presStyleCnt="0"/>
      <dgm:spPr/>
    </dgm:pt>
    <dgm:pt modelId="{131DF92D-34FD-472D-B428-204A877A56B0}" type="pres">
      <dgm:prSet presAssocID="{1AE4860A-7A02-468F-809D-B4471F17955C}" presName="hierRoot1" presStyleCnt="0"/>
      <dgm:spPr/>
    </dgm:pt>
    <dgm:pt modelId="{F463C118-7BC5-40A1-A8BC-D3DB9F0EF88A}" type="pres">
      <dgm:prSet presAssocID="{1AE4860A-7A02-468F-809D-B4471F17955C}" presName="composite" presStyleCnt="0"/>
      <dgm:spPr/>
    </dgm:pt>
    <dgm:pt modelId="{7DC46CEF-CCB4-46E3-B2DD-A0BAAF842798}" type="pres">
      <dgm:prSet presAssocID="{1AE4860A-7A02-468F-809D-B4471F17955C}" presName="background" presStyleLbl="node0" presStyleIdx="1" presStyleCnt="2"/>
      <dgm:spPr/>
    </dgm:pt>
    <dgm:pt modelId="{EB35A93B-17FA-4852-AB66-B729A8060D22}" type="pres">
      <dgm:prSet presAssocID="{1AE4860A-7A02-468F-809D-B4471F17955C}" presName="text" presStyleLbl="fgAcc0" presStyleIdx="1" presStyleCnt="2">
        <dgm:presLayoutVars>
          <dgm:chPref val="3"/>
        </dgm:presLayoutVars>
      </dgm:prSet>
      <dgm:spPr/>
    </dgm:pt>
    <dgm:pt modelId="{6A1ECF0C-5445-4184-8826-6A4D111BAEC7}" type="pres">
      <dgm:prSet presAssocID="{1AE4860A-7A02-468F-809D-B4471F17955C}" presName="hierChild2" presStyleCnt="0"/>
      <dgm:spPr/>
    </dgm:pt>
  </dgm:ptLst>
  <dgm:cxnLst>
    <dgm:cxn modelId="{4BE31513-56B8-47CE-9A4A-4D447C98937C}" type="presOf" srcId="{957193EA-8831-414E-A462-F1D23CC7DB4A}" destId="{E3BA95B4-5D67-4035-941B-C53EBB14D5EF}" srcOrd="0" destOrd="0" presId="urn:microsoft.com/office/officeart/2005/8/layout/hierarchy1"/>
    <dgm:cxn modelId="{EE48F46D-6678-4453-8C36-D5BE95ED64CF}" type="presOf" srcId="{1AE4860A-7A02-468F-809D-B4471F17955C}" destId="{EB35A93B-17FA-4852-AB66-B729A8060D22}" srcOrd="0" destOrd="0" presId="urn:microsoft.com/office/officeart/2005/8/layout/hierarchy1"/>
    <dgm:cxn modelId="{3654F8A7-94BC-4246-A8B3-5B5AF2526EF8}" type="presOf" srcId="{D57EF966-98E8-4282-B03F-93F0DEF329DB}" destId="{841C6854-A983-4DA3-A6DA-D1642CD277D8}" srcOrd="0" destOrd="0" presId="urn:microsoft.com/office/officeart/2005/8/layout/hierarchy1"/>
    <dgm:cxn modelId="{9DF6C1A9-C292-4615-BCDD-43E7796A957A}" srcId="{D57EF966-98E8-4282-B03F-93F0DEF329DB}" destId="{957193EA-8831-414E-A462-F1D23CC7DB4A}" srcOrd="0" destOrd="0" parTransId="{85F4DD27-4F72-4DD4-8CDA-B65D9A90793B}" sibTransId="{01D231EA-904D-4724-8515-40DF2AF7302C}"/>
    <dgm:cxn modelId="{35F04FB7-9861-4654-A0F0-7EA523BE1018}" srcId="{D57EF966-98E8-4282-B03F-93F0DEF329DB}" destId="{1AE4860A-7A02-468F-809D-B4471F17955C}" srcOrd="1" destOrd="0" parTransId="{20167A75-8218-4635-A57B-31F2D8E94FAC}" sibTransId="{5FD674E9-BA13-441C-867C-418DFF679153}"/>
    <dgm:cxn modelId="{76BD2FD9-152A-4B4E-AEC9-F576CD1E29A3}" type="presParOf" srcId="{841C6854-A983-4DA3-A6DA-D1642CD277D8}" destId="{B84E5D24-037C-4B20-A433-4D01AD9675A6}" srcOrd="0" destOrd="0" presId="urn:microsoft.com/office/officeart/2005/8/layout/hierarchy1"/>
    <dgm:cxn modelId="{B8018DCA-96FB-4E35-950C-3C55679574A1}" type="presParOf" srcId="{B84E5D24-037C-4B20-A433-4D01AD9675A6}" destId="{7D025BFA-E1B1-43AC-8DEC-020DDAE70900}" srcOrd="0" destOrd="0" presId="urn:microsoft.com/office/officeart/2005/8/layout/hierarchy1"/>
    <dgm:cxn modelId="{51147882-937B-4C35-BC9F-2FF1E8029FFB}" type="presParOf" srcId="{7D025BFA-E1B1-43AC-8DEC-020DDAE70900}" destId="{C4EB7FE5-5FAB-46E5-9BBE-4A0659FA5AE4}" srcOrd="0" destOrd="0" presId="urn:microsoft.com/office/officeart/2005/8/layout/hierarchy1"/>
    <dgm:cxn modelId="{B477E2DA-8E19-4F50-B6F4-35C663751E95}" type="presParOf" srcId="{7D025BFA-E1B1-43AC-8DEC-020DDAE70900}" destId="{E3BA95B4-5D67-4035-941B-C53EBB14D5EF}" srcOrd="1" destOrd="0" presId="urn:microsoft.com/office/officeart/2005/8/layout/hierarchy1"/>
    <dgm:cxn modelId="{C98AC78C-2396-42D2-9463-F16FA484D853}" type="presParOf" srcId="{B84E5D24-037C-4B20-A433-4D01AD9675A6}" destId="{2A3CAECD-CFA4-4ADC-BF66-D3A51D97BEBC}" srcOrd="1" destOrd="0" presId="urn:microsoft.com/office/officeart/2005/8/layout/hierarchy1"/>
    <dgm:cxn modelId="{61BE76EA-7B59-4FC7-ADBA-D7A81E84FDEC}" type="presParOf" srcId="{841C6854-A983-4DA3-A6DA-D1642CD277D8}" destId="{131DF92D-34FD-472D-B428-204A877A56B0}" srcOrd="1" destOrd="0" presId="urn:microsoft.com/office/officeart/2005/8/layout/hierarchy1"/>
    <dgm:cxn modelId="{03969911-4387-4AB9-857A-B48EADA19108}" type="presParOf" srcId="{131DF92D-34FD-472D-B428-204A877A56B0}" destId="{F463C118-7BC5-40A1-A8BC-D3DB9F0EF88A}" srcOrd="0" destOrd="0" presId="urn:microsoft.com/office/officeart/2005/8/layout/hierarchy1"/>
    <dgm:cxn modelId="{476263EC-7AC2-40D8-9CAE-E8550D323E88}" type="presParOf" srcId="{F463C118-7BC5-40A1-A8BC-D3DB9F0EF88A}" destId="{7DC46CEF-CCB4-46E3-B2DD-A0BAAF842798}" srcOrd="0" destOrd="0" presId="urn:microsoft.com/office/officeart/2005/8/layout/hierarchy1"/>
    <dgm:cxn modelId="{9E6BAE50-381B-4846-94B6-EE2141F23DA2}" type="presParOf" srcId="{F463C118-7BC5-40A1-A8BC-D3DB9F0EF88A}" destId="{EB35A93B-17FA-4852-AB66-B729A8060D22}" srcOrd="1" destOrd="0" presId="urn:microsoft.com/office/officeart/2005/8/layout/hierarchy1"/>
    <dgm:cxn modelId="{7854D379-3B21-44BE-9699-24D0D824F546}" type="presParOf" srcId="{131DF92D-34FD-472D-B428-204A877A56B0}" destId="{6A1ECF0C-5445-4184-8826-6A4D111BAEC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432CED5-4BE0-42D0-9AAE-EC47914D97ED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9FE2EF9-241A-4D20-BB48-2A7420D8BF1E}">
      <dgm:prSet custT="1"/>
      <dgm:spPr/>
      <dgm:t>
        <a:bodyPr/>
        <a:lstStyle/>
        <a:p>
          <a:r>
            <a:rPr lang="en-US" sz="3200" dirty="0"/>
            <a:t>Launch Configuration</a:t>
          </a:r>
        </a:p>
      </dgm:t>
    </dgm:pt>
    <dgm:pt modelId="{714A46B4-ABA5-4F1D-90C8-1C4E32DFE552}" type="parTrans" cxnId="{A49FFFF6-61CB-4FC9-A505-17C3983E7C75}">
      <dgm:prSet/>
      <dgm:spPr/>
      <dgm:t>
        <a:bodyPr/>
        <a:lstStyle/>
        <a:p>
          <a:endParaRPr lang="en-US" sz="3200"/>
        </a:p>
      </dgm:t>
    </dgm:pt>
    <dgm:pt modelId="{92BA85B2-F496-4967-9209-64A583195232}" type="sibTrans" cxnId="{A49FFFF6-61CB-4FC9-A505-17C3983E7C75}">
      <dgm:prSet/>
      <dgm:spPr/>
      <dgm:t>
        <a:bodyPr/>
        <a:lstStyle/>
        <a:p>
          <a:endParaRPr lang="en-US" sz="3200"/>
        </a:p>
      </dgm:t>
    </dgm:pt>
    <dgm:pt modelId="{C7E2638A-A4F7-46E8-B942-1F782E8F5D64}">
      <dgm:prSet custT="1"/>
      <dgm:spPr/>
      <dgm:t>
        <a:bodyPr/>
        <a:lstStyle/>
        <a:p>
          <a:r>
            <a:rPr lang="en-US" sz="3200" dirty="0"/>
            <a:t>Autoscaling Group</a:t>
          </a:r>
        </a:p>
      </dgm:t>
    </dgm:pt>
    <dgm:pt modelId="{F9398C98-3766-4FF9-93DE-8A2EE9893515}" type="parTrans" cxnId="{FCBB573D-88DB-43EF-B03D-235CF7223AF2}">
      <dgm:prSet/>
      <dgm:spPr/>
      <dgm:t>
        <a:bodyPr/>
        <a:lstStyle/>
        <a:p>
          <a:endParaRPr lang="en-US" sz="3200"/>
        </a:p>
      </dgm:t>
    </dgm:pt>
    <dgm:pt modelId="{A9E26F8F-8EFF-4386-91D3-4FB64D3D44E5}" type="sibTrans" cxnId="{FCBB573D-88DB-43EF-B03D-235CF7223AF2}">
      <dgm:prSet/>
      <dgm:spPr/>
      <dgm:t>
        <a:bodyPr/>
        <a:lstStyle/>
        <a:p>
          <a:endParaRPr lang="en-US" sz="3200"/>
        </a:p>
      </dgm:t>
    </dgm:pt>
    <dgm:pt modelId="{5F327B0C-9FAF-4C81-9281-49A4B4DD69D3}" type="pres">
      <dgm:prSet presAssocID="{6432CED5-4BE0-42D0-9AAE-EC47914D97ED}" presName="vert0" presStyleCnt="0">
        <dgm:presLayoutVars>
          <dgm:dir/>
          <dgm:animOne val="branch"/>
          <dgm:animLvl val="lvl"/>
        </dgm:presLayoutVars>
      </dgm:prSet>
      <dgm:spPr/>
    </dgm:pt>
    <dgm:pt modelId="{83BAFB9E-F02B-4090-98D1-2BA58FA3F1C1}" type="pres">
      <dgm:prSet presAssocID="{89FE2EF9-241A-4D20-BB48-2A7420D8BF1E}" presName="thickLine" presStyleLbl="alignNode1" presStyleIdx="0" presStyleCnt="2"/>
      <dgm:spPr/>
    </dgm:pt>
    <dgm:pt modelId="{65EFE9A2-3648-4708-B9E7-9DF206A664AE}" type="pres">
      <dgm:prSet presAssocID="{89FE2EF9-241A-4D20-BB48-2A7420D8BF1E}" presName="horz1" presStyleCnt="0"/>
      <dgm:spPr/>
    </dgm:pt>
    <dgm:pt modelId="{3E090846-992C-4496-9E9E-A3D6466F59D6}" type="pres">
      <dgm:prSet presAssocID="{89FE2EF9-241A-4D20-BB48-2A7420D8BF1E}" presName="tx1" presStyleLbl="revTx" presStyleIdx="0" presStyleCnt="2"/>
      <dgm:spPr/>
    </dgm:pt>
    <dgm:pt modelId="{0EE69B11-07BF-423F-A91B-5771D47FC9AE}" type="pres">
      <dgm:prSet presAssocID="{89FE2EF9-241A-4D20-BB48-2A7420D8BF1E}" presName="vert1" presStyleCnt="0"/>
      <dgm:spPr/>
    </dgm:pt>
    <dgm:pt modelId="{7E2246DE-4695-4F74-942C-FDA3AF8A7216}" type="pres">
      <dgm:prSet presAssocID="{C7E2638A-A4F7-46E8-B942-1F782E8F5D64}" presName="thickLine" presStyleLbl="alignNode1" presStyleIdx="1" presStyleCnt="2"/>
      <dgm:spPr/>
    </dgm:pt>
    <dgm:pt modelId="{3EAC8008-02F7-45E4-AC14-A7007523A4B7}" type="pres">
      <dgm:prSet presAssocID="{C7E2638A-A4F7-46E8-B942-1F782E8F5D64}" presName="horz1" presStyleCnt="0"/>
      <dgm:spPr/>
    </dgm:pt>
    <dgm:pt modelId="{7DA17776-0214-4754-9235-01F9BA8E23BF}" type="pres">
      <dgm:prSet presAssocID="{C7E2638A-A4F7-46E8-B942-1F782E8F5D64}" presName="tx1" presStyleLbl="revTx" presStyleIdx="1" presStyleCnt="2" custScaleY="173681"/>
      <dgm:spPr/>
    </dgm:pt>
    <dgm:pt modelId="{443DA39F-ADBB-4E2F-ABA9-EFD9A5524736}" type="pres">
      <dgm:prSet presAssocID="{C7E2638A-A4F7-46E8-B942-1F782E8F5D64}" presName="vert1" presStyleCnt="0"/>
      <dgm:spPr/>
    </dgm:pt>
  </dgm:ptLst>
  <dgm:cxnLst>
    <dgm:cxn modelId="{8996B41B-3B5C-4250-98B4-CF2EA893F18B}" type="presOf" srcId="{6432CED5-4BE0-42D0-9AAE-EC47914D97ED}" destId="{5F327B0C-9FAF-4C81-9281-49A4B4DD69D3}" srcOrd="0" destOrd="0" presId="urn:microsoft.com/office/officeart/2008/layout/LinedList"/>
    <dgm:cxn modelId="{FCBB573D-88DB-43EF-B03D-235CF7223AF2}" srcId="{6432CED5-4BE0-42D0-9AAE-EC47914D97ED}" destId="{C7E2638A-A4F7-46E8-B942-1F782E8F5D64}" srcOrd="1" destOrd="0" parTransId="{F9398C98-3766-4FF9-93DE-8A2EE9893515}" sibTransId="{A9E26F8F-8EFF-4386-91D3-4FB64D3D44E5}"/>
    <dgm:cxn modelId="{40D26F84-95B9-493A-A7F5-B66083190A29}" type="presOf" srcId="{89FE2EF9-241A-4D20-BB48-2A7420D8BF1E}" destId="{3E090846-992C-4496-9E9E-A3D6466F59D6}" srcOrd="0" destOrd="0" presId="urn:microsoft.com/office/officeart/2008/layout/LinedList"/>
    <dgm:cxn modelId="{4B3EDE9B-81FA-4C00-8959-FA5C8BDAEEA0}" type="presOf" srcId="{C7E2638A-A4F7-46E8-B942-1F782E8F5D64}" destId="{7DA17776-0214-4754-9235-01F9BA8E23BF}" srcOrd="0" destOrd="0" presId="urn:microsoft.com/office/officeart/2008/layout/LinedList"/>
    <dgm:cxn modelId="{A49FFFF6-61CB-4FC9-A505-17C3983E7C75}" srcId="{6432CED5-4BE0-42D0-9AAE-EC47914D97ED}" destId="{89FE2EF9-241A-4D20-BB48-2A7420D8BF1E}" srcOrd="0" destOrd="0" parTransId="{714A46B4-ABA5-4F1D-90C8-1C4E32DFE552}" sibTransId="{92BA85B2-F496-4967-9209-64A583195232}"/>
    <dgm:cxn modelId="{ECB99311-ABC7-498B-8041-9575AA86F66F}" type="presParOf" srcId="{5F327B0C-9FAF-4C81-9281-49A4B4DD69D3}" destId="{83BAFB9E-F02B-4090-98D1-2BA58FA3F1C1}" srcOrd="0" destOrd="0" presId="urn:microsoft.com/office/officeart/2008/layout/LinedList"/>
    <dgm:cxn modelId="{9473BF56-E818-4534-994D-5510C53B52FC}" type="presParOf" srcId="{5F327B0C-9FAF-4C81-9281-49A4B4DD69D3}" destId="{65EFE9A2-3648-4708-B9E7-9DF206A664AE}" srcOrd="1" destOrd="0" presId="urn:microsoft.com/office/officeart/2008/layout/LinedList"/>
    <dgm:cxn modelId="{F97E0048-8DC7-4FEC-81F1-CE9B71A2EF3F}" type="presParOf" srcId="{65EFE9A2-3648-4708-B9E7-9DF206A664AE}" destId="{3E090846-992C-4496-9E9E-A3D6466F59D6}" srcOrd="0" destOrd="0" presId="urn:microsoft.com/office/officeart/2008/layout/LinedList"/>
    <dgm:cxn modelId="{4B4F55B7-4A4F-452F-9130-5125037A7DB0}" type="presParOf" srcId="{65EFE9A2-3648-4708-B9E7-9DF206A664AE}" destId="{0EE69B11-07BF-423F-A91B-5771D47FC9AE}" srcOrd="1" destOrd="0" presId="urn:microsoft.com/office/officeart/2008/layout/LinedList"/>
    <dgm:cxn modelId="{3592AA22-F634-410F-954B-522B560E3E33}" type="presParOf" srcId="{5F327B0C-9FAF-4C81-9281-49A4B4DD69D3}" destId="{7E2246DE-4695-4F74-942C-FDA3AF8A7216}" srcOrd="2" destOrd="0" presId="urn:microsoft.com/office/officeart/2008/layout/LinedList"/>
    <dgm:cxn modelId="{576A2494-A18C-46C6-A66B-848FE42B1178}" type="presParOf" srcId="{5F327B0C-9FAF-4C81-9281-49A4B4DD69D3}" destId="{3EAC8008-02F7-45E4-AC14-A7007523A4B7}" srcOrd="3" destOrd="0" presId="urn:microsoft.com/office/officeart/2008/layout/LinedList"/>
    <dgm:cxn modelId="{62056CB5-77F1-4EE3-975B-7D8E73BB4DCA}" type="presParOf" srcId="{3EAC8008-02F7-45E4-AC14-A7007523A4B7}" destId="{7DA17776-0214-4754-9235-01F9BA8E23BF}" srcOrd="0" destOrd="0" presId="urn:microsoft.com/office/officeart/2008/layout/LinedList"/>
    <dgm:cxn modelId="{7D957758-461A-4EBE-B0BE-F5FFE696E59B}" type="presParOf" srcId="{3EAC8008-02F7-45E4-AC14-A7007523A4B7}" destId="{443DA39F-ADBB-4E2F-ABA9-EFD9A552473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95C1B5-9B5A-4814-A27F-4D3CF8BE2A1A}">
      <dsp:nvSpPr>
        <dsp:cNvPr id="0" name=""/>
        <dsp:cNvSpPr/>
      </dsp:nvSpPr>
      <dsp:spPr>
        <a:xfrm>
          <a:off x="3953" y="417981"/>
          <a:ext cx="2377306" cy="9076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Multiple options are</a:t>
          </a:r>
        </a:p>
      </dsp:txBody>
      <dsp:txXfrm>
        <a:off x="3953" y="417981"/>
        <a:ext cx="2377306" cy="907624"/>
      </dsp:txXfrm>
    </dsp:sp>
    <dsp:sp modelId="{5247AB5D-CDFE-4C0E-A709-34ED93F28302}">
      <dsp:nvSpPr>
        <dsp:cNvPr id="0" name=""/>
        <dsp:cNvSpPr/>
      </dsp:nvSpPr>
      <dsp:spPr>
        <a:xfrm>
          <a:off x="3953" y="1325606"/>
          <a:ext cx="2377306" cy="260775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Application Load Balancer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Network Load Balancer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AWS Classic Load Balancer</a:t>
          </a:r>
        </a:p>
      </dsp:txBody>
      <dsp:txXfrm>
        <a:off x="3953" y="1325606"/>
        <a:ext cx="2377306" cy="2607750"/>
      </dsp:txXfrm>
    </dsp:sp>
    <dsp:sp modelId="{4641ED85-02A2-4DE9-BBAC-DFF19CEBD020}">
      <dsp:nvSpPr>
        <dsp:cNvPr id="0" name=""/>
        <dsp:cNvSpPr/>
      </dsp:nvSpPr>
      <dsp:spPr>
        <a:xfrm>
          <a:off x="2714082" y="417981"/>
          <a:ext cx="2377306" cy="907624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Application Load Balancer</a:t>
          </a:r>
        </a:p>
      </dsp:txBody>
      <dsp:txXfrm>
        <a:off x="2714082" y="417981"/>
        <a:ext cx="2377306" cy="907624"/>
      </dsp:txXfrm>
    </dsp:sp>
    <dsp:sp modelId="{3A3948ED-EB5C-44F5-8D58-900D389149BD}">
      <dsp:nvSpPr>
        <dsp:cNvPr id="0" name=""/>
        <dsp:cNvSpPr/>
      </dsp:nvSpPr>
      <dsp:spPr>
        <a:xfrm>
          <a:off x="2714082" y="1325606"/>
          <a:ext cx="2377306" cy="2607750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To perform LB on HTTP and HTTPS</a:t>
          </a:r>
        </a:p>
      </dsp:txBody>
      <dsp:txXfrm>
        <a:off x="2714082" y="1325606"/>
        <a:ext cx="2377306" cy="2607750"/>
      </dsp:txXfrm>
    </dsp:sp>
    <dsp:sp modelId="{D1B3708A-B474-447E-9FA4-1B9B196A8CEF}">
      <dsp:nvSpPr>
        <dsp:cNvPr id="0" name=""/>
        <dsp:cNvSpPr/>
      </dsp:nvSpPr>
      <dsp:spPr>
        <a:xfrm>
          <a:off x="5424211" y="417981"/>
          <a:ext cx="2377306" cy="907624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Network Load Balancer</a:t>
          </a:r>
        </a:p>
      </dsp:txBody>
      <dsp:txXfrm>
        <a:off x="5424211" y="417981"/>
        <a:ext cx="2377306" cy="907624"/>
      </dsp:txXfrm>
    </dsp:sp>
    <dsp:sp modelId="{8CC17142-D54B-4F34-BA0F-6A8E847D23CF}">
      <dsp:nvSpPr>
        <dsp:cNvPr id="0" name=""/>
        <dsp:cNvSpPr/>
      </dsp:nvSpPr>
      <dsp:spPr>
        <a:xfrm>
          <a:off x="5424211" y="1325606"/>
          <a:ext cx="2377306" cy="2607750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To perform LB on any TCP port</a:t>
          </a:r>
        </a:p>
      </dsp:txBody>
      <dsp:txXfrm>
        <a:off x="5424211" y="1325606"/>
        <a:ext cx="2377306" cy="2607750"/>
      </dsp:txXfrm>
    </dsp:sp>
    <dsp:sp modelId="{8AAA8649-C661-4A85-9D46-D44A18075190}">
      <dsp:nvSpPr>
        <dsp:cNvPr id="0" name=""/>
        <dsp:cNvSpPr/>
      </dsp:nvSpPr>
      <dsp:spPr>
        <a:xfrm>
          <a:off x="8134340" y="417981"/>
          <a:ext cx="2377306" cy="907624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AWS Classic Load Balancer</a:t>
          </a:r>
        </a:p>
      </dsp:txBody>
      <dsp:txXfrm>
        <a:off x="8134340" y="417981"/>
        <a:ext cx="2377306" cy="907624"/>
      </dsp:txXfrm>
    </dsp:sp>
    <dsp:sp modelId="{138641DE-435B-498B-A979-6C72B090CEFD}">
      <dsp:nvSpPr>
        <dsp:cNvPr id="0" name=""/>
        <dsp:cNvSpPr/>
      </dsp:nvSpPr>
      <dsp:spPr>
        <a:xfrm>
          <a:off x="8134340" y="1325606"/>
          <a:ext cx="2377306" cy="260775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Previous Generation </a:t>
          </a:r>
          <a:r>
            <a:rPr lang="en-US" sz="2500" kern="1200">
              <a:sym typeface="Wingdings" panose="05000000000000000000" pitchFamily="2" charset="2"/>
            </a:rPr>
            <a:t></a:t>
          </a:r>
          <a:r>
            <a:rPr lang="en-US" sz="2500" kern="1200"/>
            <a:t> HTTP, HTTPS and TCP</a:t>
          </a:r>
        </a:p>
      </dsp:txBody>
      <dsp:txXfrm>
        <a:off x="8134340" y="1325606"/>
        <a:ext cx="2377306" cy="26077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52B361-D713-4E58-A32A-943AB58D594A}">
      <dsp:nvSpPr>
        <dsp:cNvPr id="0" name=""/>
        <dsp:cNvSpPr/>
      </dsp:nvSpPr>
      <dsp:spPr>
        <a:xfrm>
          <a:off x="0" y="41742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74E17B-86A0-465E-8A1F-27594DAAB309}">
      <dsp:nvSpPr>
        <dsp:cNvPr id="0" name=""/>
        <dsp:cNvSpPr/>
      </dsp:nvSpPr>
      <dsp:spPr>
        <a:xfrm>
          <a:off x="525780" y="63189"/>
          <a:ext cx="7360920" cy="708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Sub-Step1: Configure Load Balancer</a:t>
          </a:r>
        </a:p>
      </dsp:txBody>
      <dsp:txXfrm>
        <a:off x="560365" y="97774"/>
        <a:ext cx="7291750" cy="639310"/>
      </dsp:txXfrm>
    </dsp:sp>
    <dsp:sp modelId="{06FAEE55-E351-4E82-BD14-4E05B546BDF9}">
      <dsp:nvSpPr>
        <dsp:cNvPr id="0" name=""/>
        <dsp:cNvSpPr/>
      </dsp:nvSpPr>
      <dsp:spPr>
        <a:xfrm>
          <a:off x="0" y="150606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F77311-8EB7-43FC-A164-9E72D6129C6B}">
      <dsp:nvSpPr>
        <dsp:cNvPr id="0" name=""/>
        <dsp:cNvSpPr/>
      </dsp:nvSpPr>
      <dsp:spPr>
        <a:xfrm>
          <a:off x="525780" y="1151829"/>
          <a:ext cx="7360920" cy="70848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Sub-Step2: Security Group</a:t>
          </a:r>
        </a:p>
      </dsp:txBody>
      <dsp:txXfrm>
        <a:off x="560365" y="1186414"/>
        <a:ext cx="7291750" cy="639310"/>
      </dsp:txXfrm>
    </dsp:sp>
    <dsp:sp modelId="{593C03F8-41B4-4DBE-8FE7-0480FF9ACA60}">
      <dsp:nvSpPr>
        <dsp:cNvPr id="0" name=""/>
        <dsp:cNvSpPr/>
      </dsp:nvSpPr>
      <dsp:spPr>
        <a:xfrm>
          <a:off x="0" y="259470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B62543-6AB7-4DD1-ABC9-ECF496B03B82}">
      <dsp:nvSpPr>
        <dsp:cNvPr id="0" name=""/>
        <dsp:cNvSpPr/>
      </dsp:nvSpPr>
      <dsp:spPr>
        <a:xfrm>
          <a:off x="525780" y="2240469"/>
          <a:ext cx="7360920" cy="70848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Sub-Step3: Configure Routing</a:t>
          </a:r>
        </a:p>
      </dsp:txBody>
      <dsp:txXfrm>
        <a:off x="560365" y="2275054"/>
        <a:ext cx="7291750" cy="639310"/>
      </dsp:txXfrm>
    </dsp:sp>
    <dsp:sp modelId="{A7B3CAB7-84BE-4BC3-8C5B-4CF5FED3618C}">
      <dsp:nvSpPr>
        <dsp:cNvPr id="0" name=""/>
        <dsp:cNvSpPr/>
      </dsp:nvSpPr>
      <dsp:spPr>
        <a:xfrm>
          <a:off x="0" y="3683349"/>
          <a:ext cx="105156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22B7F9-9550-4FB3-989F-F865F8987A8A}">
      <dsp:nvSpPr>
        <dsp:cNvPr id="0" name=""/>
        <dsp:cNvSpPr/>
      </dsp:nvSpPr>
      <dsp:spPr>
        <a:xfrm>
          <a:off x="525780" y="3329109"/>
          <a:ext cx="7360920" cy="7084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Sub-Step4: Register Target</a:t>
          </a:r>
        </a:p>
      </dsp:txBody>
      <dsp:txXfrm>
        <a:off x="560365" y="3363694"/>
        <a:ext cx="7291750" cy="639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79E6CC-CC9D-4AFC-8D95-2A75376BAFCE}">
      <dsp:nvSpPr>
        <dsp:cNvPr id="0" name=""/>
        <dsp:cNvSpPr/>
      </dsp:nvSpPr>
      <dsp:spPr>
        <a:xfrm>
          <a:off x="51" y="88389"/>
          <a:ext cx="4913783" cy="748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Front End </a:t>
          </a:r>
        </a:p>
      </dsp:txBody>
      <dsp:txXfrm>
        <a:off x="51" y="88389"/>
        <a:ext cx="4913783" cy="748800"/>
      </dsp:txXfrm>
    </dsp:sp>
    <dsp:sp modelId="{BA983CE2-64A5-4402-9B57-EF8930DA0150}">
      <dsp:nvSpPr>
        <dsp:cNvPr id="0" name=""/>
        <dsp:cNvSpPr/>
      </dsp:nvSpPr>
      <dsp:spPr>
        <a:xfrm>
          <a:off x="51" y="837189"/>
          <a:ext cx="4913783" cy="34257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Whether the LB has to “internet Facing” Or “Internal” facing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The Front-End Public IP is created Automatically for “Application LB”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We have an option to assign a Static Public IP (ElasticIP) for “Network LB”</a:t>
          </a:r>
        </a:p>
      </dsp:txBody>
      <dsp:txXfrm>
        <a:off x="51" y="837189"/>
        <a:ext cx="4913783" cy="3425760"/>
      </dsp:txXfrm>
    </dsp:sp>
    <dsp:sp modelId="{C957A49F-97FB-452F-AB3B-4F01892AE459}">
      <dsp:nvSpPr>
        <dsp:cNvPr id="0" name=""/>
        <dsp:cNvSpPr/>
      </dsp:nvSpPr>
      <dsp:spPr>
        <a:xfrm>
          <a:off x="5601764" y="88389"/>
          <a:ext cx="4913783" cy="74880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Back End</a:t>
          </a:r>
        </a:p>
      </dsp:txBody>
      <dsp:txXfrm>
        <a:off x="5601764" y="88389"/>
        <a:ext cx="4913783" cy="748800"/>
      </dsp:txXfrm>
    </dsp:sp>
    <dsp:sp modelId="{11B3B247-6ABF-43CA-85D1-46E76ADBE9C5}">
      <dsp:nvSpPr>
        <dsp:cNvPr id="0" name=""/>
        <dsp:cNvSpPr/>
      </dsp:nvSpPr>
      <dsp:spPr>
        <a:xfrm>
          <a:off x="5601764" y="837189"/>
          <a:ext cx="4913783" cy="342576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For Application LB</a:t>
          </a:r>
        </a:p>
        <a:p>
          <a:pPr marL="457200" lvl="2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We need to add a VPC that has a min of 2 Subnets in 2 Different Availability Zone.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For Network LB</a:t>
          </a:r>
        </a:p>
        <a:p>
          <a:pPr marL="457200" lvl="2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We can have a min of 1 Subnet in the backend.</a:t>
          </a:r>
        </a:p>
      </dsp:txBody>
      <dsp:txXfrm>
        <a:off x="5601764" y="837189"/>
        <a:ext cx="4913783" cy="34257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5F71C9-4568-4803-BC7F-A88BA1A9A5A6}">
      <dsp:nvSpPr>
        <dsp:cNvPr id="0" name=""/>
        <dsp:cNvSpPr/>
      </dsp:nvSpPr>
      <dsp:spPr>
        <a:xfrm>
          <a:off x="0" y="707092"/>
          <a:ext cx="9875292" cy="1305401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6FDE70-F57D-4118-9223-73A344C2BF4F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608864-8875-4542-BC76-DD988FE42541}">
      <dsp:nvSpPr>
        <dsp:cNvPr id="0" name=""/>
        <dsp:cNvSpPr/>
      </dsp:nvSpPr>
      <dsp:spPr>
        <a:xfrm>
          <a:off x="1507738" y="707092"/>
          <a:ext cx="8367554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Since LB is an individual feature, we need to specify what traffic can come in.</a:t>
          </a:r>
        </a:p>
      </dsp:txBody>
      <dsp:txXfrm>
        <a:off x="1507738" y="707092"/>
        <a:ext cx="8367554" cy="1305401"/>
      </dsp:txXfrm>
    </dsp:sp>
    <dsp:sp modelId="{1F110649-E4F8-428D-BC2F-538288567251}">
      <dsp:nvSpPr>
        <dsp:cNvPr id="0" name=""/>
        <dsp:cNvSpPr/>
      </dsp:nvSpPr>
      <dsp:spPr>
        <a:xfrm>
          <a:off x="0" y="2338844"/>
          <a:ext cx="9875292" cy="1305401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CB0A09-A93E-4481-8ED9-CA2A675F3EB3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D9CBA2-5383-47D8-9D73-39C859D86712}">
      <dsp:nvSpPr>
        <dsp:cNvPr id="0" name=""/>
        <dsp:cNvSpPr/>
      </dsp:nvSpPr>
      <dsp:spPr>
        <a:xfrm>
          <a:off x="1507738" y="2338844"/>
          <a:ext cx="8367554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option is available only in “Application LB” and NOT in “Network LB”.</a:t>
          </a:r>
        </a:p>
      </dsp:txBody>
      <dsp:txXfrm>
        <a:off x="1507738" y="2338844"/>
        <a:ext cx="8367554" cy="13054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B7FE5-5FAB-46E5-9BBE-4A0659FA5AE4}">
      <dsp:nvSpPr>
        <dsp:cNvPr id="0" name=""/>
        <dsp:cNvSpPr/>
      </dsp:nvSpPr>
      <dsp:spPr>
        <a:xfrm>
          <a:off x="1102" y="298042"/>
          <a:ext cx="3868682" cy="24566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BA95B4-5D67-4035-941B-C53EBB14D5EF}">
      <dsp:nvSpPr>
        <dsp:cNvPr id="0" name=""/>
        <dsp:cNvSpPr/>
      </dsp:nvSpPr>
      <dsp:spPr>
        <a:xfrm>
          <a:off x="430955" y="706403"/>
          <a:ext cx="3868682" cy="24566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It can Scale Out and Scale in</a:t>
          </a:r>
        </a:p>
      </dsp:txBody>
      <dsp:txXfrm>
        <a:off x="502907" y="778355"/>
        <a:ext cx="3724778" cy="2312709"/>
      </dsp:txXfrm>
    </dsp:sp>
    <dsp:sp modelId="{7DC46CEF-CCB4-46E3-B2DD-A0BAAF842798}">
      <dsp:nvSpPr>
        <dsp:cNvPr id="0" name=""/>
        <dsp:cNvSpPr/>
      </dsp:nvSpPr>
      <dsp:spPr>
        <a:xfrm>
          <a:off x="4729492" y="298042"/>
          <a:ext cx="3868682" cy="24566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5A93B-17FA-4852-AB66-B729A8060D22}">
      <dsp:nvSpPr>
        <dsp:cNvPr id="0" name=""/>
        <dsp:cNvSpPr/>
      </dsp:nvSpPr>
      <dsp:spPr>
        <a:xfrm>
          <a:off x="5159345" y="706403"/>
          <a:ext cx="3868682" cy="24566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During Scale In, the VM’s are delete in FIFO Manner (First in First Out)</a:t>
          </a:r>
        </a:p>
      </dsp:txBody>
      <dsp:txXfrm>
        <a:off x="5231297" y="778355"/>
        <a:ext cx="3724778" cy="231270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BAFB9E-F02B-4090-98D1-2BA58FA3F1C1}">
      <dsp:nvSpPr>
        <dsp:cNvPr id="0" name=""/>
        <dsp:cNvSpPr/>
      </dsp:nvSpPr>
      <dsp:spPr>
        <a:xfrm>
          <a:off x="0" y="751"/>
          <a:ext cx="502282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090846-992C-4496-9E9E-A3D6466F59D6}">
      <dsp:nvSpPr>
        <dsp:cNvPr id="0" name=""/>
        <dsp:cNvSpPr/>
      </dsp:nvSpPr>
      <dsp:spPr>
        <a:xfrm>
          <a:off x="0" y="751"/>
          <a:ext cx="5022827" cy="1298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Launch Configuration</a:t>
          </a:r>
        </a:p>
      </dsp:txBody>
      <dsp:txXfrm>
        <a:off x="0" y="751"/>
        <a:ext cx="5022827" cy="1298254"/>
      </dsp:txXfrm>
    </dsp:sp>
    <dsp:sp modelId="{7E2246DE-4695-4F74-942C-FDA3AF8A7216}">
      <dsp:nvSpPr>
        <dsp:cNvPr id="0" name=""/>
        <dsp:cNvSpPr/>
      </dsp:nvSpPr>
      <dsp:spPr>
        <a:xfrm>
          <a:off x="0" y="1299005"/>
          <a:ext cx="502282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A17776-0214-4754-9235-01F9BA8E23BF}">
      <dsp:nvSpPr>
        <dsp:cNvPr id="0" name=""/>
        <dsp:cNvSpPr/>
      </dsp:nvSpPr>
      <dsp:spPr>
        <a:xfrm>
          <a:off x="0" y="1299005"/>
          <a:ext cx="5017921" cy="2254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Autoscaling Group</a:t>
          </a:r>
        </a:p>
      </dsp:txBody>
      <dsp:txXfrm>
        <a:off x="0" y="1299005"/>
        <a:ext cx="5017921" cy="22548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322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415" y="256274"/>
            <a:ext cx="10515600" cy="8495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44348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27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828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03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330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306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57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991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772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23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343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95000">
              <a:schemeClr val="accent6">
                <a:lumMod val="40000"/>
                <a:lumOff val="60000"/>
              </a:schemeClr>
            </a:gs>
            <a:gs pos="59000">
              <a:schemeClr val="accent6">
                <a:lumMod val="60000"/>
                <a:lumOff val="40000"/>
              </a:schemeClr>
            </a:gs>
            <a:gs pos="0">
              <a:schemeClr val="accent6">
                <a:lumMod val="75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D63C0554-995B-6D86-8D27-F68EAD591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8130" y="-68240"/>
            <a:ext cx="1965758" cy="9144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 descr="A logo with a cloud and a purple and yellow line&#10;&#10;Description automatically generated with medium confidence">
            <a:extLst>
              <a:ext uri="{FF2B5EF4-FFF2-40B4-BE49-F238E27FC236}">
                <a16:creationId xmlns:a16="http://schemas.microsoft.com/office/drawing/2014/main" id="{0327C652-8BED-0DDE-D77A-7D7E02A8C5D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7" y="5932386"/>
            <a:ext cx="1388162" cy="9282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C661309-D761-75CF-E0E7-CC2295ECED87}"/>
              </a:ext>
            </a:extLst>
          </p:cNvPr>
          <p:cNvSpPr txBox="1"/>
          <p:nvPr/>
        </p:nvSpPr>
        <p:spPr>
          <a:xfrm>
            <a:off x="10022335" y="6503063"/>
            <a:ext cx="2152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VISHWACLOUDLAB.IN</a:t>
            </a:r>
            <a:endParaRPr lang="en-IN" sz="1600" dirty="0"/>
          </a:p>
        </p:txBody>
      </p:sp>
      <p:pic>
        <p:nvPicPr>
          <p:cNvPr id="3" name="Picture 13">
            <a:extLst>
              <a:ext uri="{FF2B5EF4-FFF2-40B4-BE49-F238E27FC236}">
                <a16:creationId xmlns:a16="http://schemas.microsoft.com/office/drawing/2014/main" id="{20031257-B333-1067-9F1B-AD2671537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9207" y="-80864"/>
            <a:ext cx="1965758" cy="9144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3">
            <a:extLst>
              <a:ext uri="{FF2B5EF4-FFF2-40B4-BE49-F238E27FC236}">
                <a16:creationId xmlns:a16="http://schemas.microsoft.com/office/drawing/2014/main" id="{7CC90B26-4C11-0686-ABE1-DF6C0DAAD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3634" y="-119371"/>
            <a:ext cx="1965758" cy="9144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6617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74624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6">
                    <a:lumMod val="50000"/>
                  </a:schemeClr>
                </a:solidFill>
              </a:rPr>
              <a:t>Azure – ELB (Elastic Load Balancer)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183427"/>
            <a:ext cx="10058400" cy="1915621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Vishwanath M S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34216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080" y="286603"/>
            <a:ext cx="10058400" cy="919897"/>
          </a:xfrm>
        </p:spPr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Concepts of ELB (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</a:rPr>
              <a:t>ElasticLoadBalancer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)</a:t>
            </a:r>
          </a:p>
        </p:txBody>
      </p:sp>
      <p:pic>
        <p:nvPicPr>
          <p:cNvPr id="4" name="Picture 2" descr="Image result for aws ELB imag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996" y="1697756"/>
            <a:ext cx="3678218" cy="34624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767080" y="1581850"/>
            <a:ext cx="7353338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LoadBalancer</a:t>
            </a:r>
            <a:r>
              <a:rPr lang="en-US" sz="2400" dirty="0"/>
              <a:t> is used to share the Load, so that we DON’T have a single point of failure.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AWS </a:t>
            </a:r>
            <a:r>
              <a:rPr lang="en-US" sz="2400" dirty="0" err="1"/>
              <a:t>LoadBalancer</a:t>
            </a:r>
            <a:r>
              <a:rPr lang="en-US" sz="2400" dirty="0"/>
              <a:t> has 2 Parts in it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Create Load Balancers – To configure the Front End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Create Target Groups   -- To configure the Back 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dirty="0" err="1"/>
              <a:t>LoadBalancer</a:t>
            </a:r>
            <a:r>
              <a:rPr lang="en-US" sz="2400" dirty="0"/>
              <a:t> can also work on IPV6 public IP but only in “Application LB”.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dirty="0" err="1"/>
              <a:t>LoadBalancer</a:t>
            </a:r>
            <a:r>
              <a:rPr lang="en-US" sz="2400" dirty="0"/>
              <a:t> is a request Forwarder and does not acknowledge to the request itself to the end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dirty="0" err="1"/>
              <a:t>LoadBalancer</a:t>
            </a:r>
            <a:r>
              <a:rPr lang="en-US" sz="2400" dirty="0"/>
              <a:t> works WITHIN the VPC.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78022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018" y="681037"/>
            <a:ext cx="5603543" cy="84952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Concepts of ELB</a:t>
            </a:r>
            <a:br>
              <a:rPr lang="en-US" b="1" kern="1200" dirty="0">
                <a:latin typeface="+mj-lt"/>
                <a:ea typeface="+mj-ea"/>
                <a:cs typeface="+mj-cs"/>
              </a:rPr>
            </a:br>
            <a:r>
              <a:rPr lang="en-US" b="1" kern="1200" dirty="0">
                <a:latin typeface="+mj-lt"/>
                <a:ea typeface="+mj-ea"/>
                <a:cs typeface="+mj-cs"/>
              </a:rPr>
              <a:t>(Elastic </a:t>
            </a:r>
            <a:r>
              <a:rPr lang="en-US" b="1" kern="1200" dirty="0" err="1">
                <a:latin typeface="+mj-lt"/>
                <a:ea typeface="+mj-ea"/>
                <a:cs typeface="+mj-cs"/>
              </a:rPr>
              <a:t>LoadBalancer</a:t>
            </a:r>
            <a:r>
              <a:rPr lang="en-US" b="1" kern="1200" dirty="0">
                <a:latin typeface="+mj-lt"/>
                <a:ea typeface="+mj-ea"/>
                <a:cs typeface="+mj-cs"/>
              </a:rPr>
              <a:t>)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40D7234C-F0BC-193C-D7B0-D2CBD073BF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503410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480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795C1B5-9B5A-4814-A27F-4D3CF8BE2A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dgm id="{9795C1B5-9B5A-4814-A27F-4D3CF8BE2A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247AB5D-CDFE-4C0E-A709-34ED93F283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graphicEl>
                                              <a:dgm id="{5247AB5D-CDFE-4C0E-A709-34ED93F283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641ED85-02A2-4DE9-BBAC-DFF19CEBD0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graphicEl>
                                              <a:dgm id="{4641ED85-02A2-4DE9-BBAC-DFF19CEBD0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A3948ED-EB5C-44F5-8D58-900D389149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graphicEl>
                                              <a:dgm id="{3A3948ED-EB5C-44F5-8D58-900D389149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1B3708A-B474-447E-9FA4-1B9B196A8C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graphicEl>
                                              <a:dgm id="{D1B3708A-B474-447E-9FA4-1B9B196A8C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CC17142-D54B-4F34-BA0F-6A8E847D23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graphicEl>
                                              <a:dgm id="{8CC17142-D54B-4F34-BA0F-6A8E847D23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AAA8649-C661-4A85-9D46-D44A180751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graphicEl>
                                              <a:dgm id="{8AAA8649-C661-4A85-9D46-D44A180751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138641DE-435B-498B-A979-6C72B090CE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graphicEl>
                                              <a:dgm id="{138641DE-435B-498B-A979-6C72B090CE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84952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b="1" kern="1200" dirty="0">
                <a:latin typeface="+mj-lt"/>
                <a:ea typeface="+mj-ea"/>
                <a:cs typeface="+mj-cs"/>
              </a:rPr>
              <a:t>Create Load Balancer</a:t>
            </a:r>
            <a:br>
              <a:rPr lang="en-US" sz="2800" kern="1200" dirty="0">
                <a:latin typeface="+mj-lt"/>
                <a:ea typeface="+mj-ea"/>
                <a:cs typeface="+mj-cs"/>
              </a:rPr>
            </a:br>
            <a:r>
              <a:rPr lang="en-US" sz="3100" b="0" kern="1200" dirty="0">
                <a:latin typeface="+mj-lt"/>
                <a:ea typeface="+mj-ea"/>
                <a:cs typeface="+mj-cs"/>
              </a:rPr>
              <a:t>4 Sub steps</a:t>
            </a:r>
            <a:br>
              <a:rPr lang="en-US" sz="2800" b="0" kern="1200" dirty="0">
                <a:latin typeface="+mj-lt"/>
                <a:ea typeface="+mj-ea"/>
                <a:cs typeface="+mj-cs"/>
              </a:rPr>
            </a:br>
            <a:endParaRPr lang="en-US" sz="2800" b="0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89CEAFE8-02F8-995A-1C9D-6D027069EF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323082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903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674E17B-86A0-465E-8A1F-27594DAAB3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dgm id="{7674E17B-86A0-465E-8A1F-27594DAAB3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D52B361-D713-4E58-A32A-943AB58D59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graphicEl>
                                              <a:dgm id="{9D52B361-D713-4E58-A32A-943AB58D59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11F77311-8EB7-43FC-A164-9E72D6129C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graphicEl>
                                              <a:dgm id="{11F77311-8EB7-43FC-A164-9E72D6129C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6FAEE55-E351-4E82-BD14-4E05B546BD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graphicEl>
                                              <a:dgm id="{06FAEE55-E351-4E82-BD14-4E05B546BD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2B62543-6AB7-4DD1-ABC9-ECF496B03B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graphicEl>
                                              <a:dgm id="{C2B62543-6AB7-4DD1-ABC9-ECF496B03B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93C03F8-41B4-4DBE-8FE7-0480FF9ACA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graphicEl>
                                              <a:dgm id="{593C03F8-41B4-4DBE-8FE7-0480FF9ACA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722B7F9-9550-4FB3-989F-F865F8987A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graphicEl>
                                              <a:dgm id="{D722B7F9-9550-4FB3-989F-F865F8987A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7B3CAB7-84BE-4BC3-8C5B-4CF5FED361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graphicEl>
                                              <a:dgm id="{A7B3CAB7-84BE-4BC3-8C5B-4CF5FED361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063" y="802185"/>
            <a:ext cx="10515600" cy="84952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Step1: Load Balancer Configuration</a:t>
            </a:r>
            <a:br>
              <a:rPr lang="en-US" kern="1200" dirty="0">
                <a:latin typeface="+mj-lt"/>
                <a:ea typeface="+mj-ea"/>
                <a:cs typeface="+mj-cs"/>
              </a:rPr>
            </a:br>
            <a:r>
              <a:rPr lang="en-US" sz="3100" b="0" dirty="0" err="1"/>
              <a:t>Configuration</a:t>
            </a:r>
            <a:r>
              <a:rPr lang="en-US" sz="3100" b="0" dirty="0"/>
              <a:t> has 2 sub parts</a:t>
            </a:r>
            <a:br>
              <a:rPr lang="en-US" sz="3100" b="0" kern="1200" dirty="0">
                <a:latin typeface="+mj-lt"/>
                <a:ea typeface="+mj-ea"/>
                <a:cs typeface="+mj-cs"/>
              </a:rPr>
            </a:br>
            <a:endParaRPr lang="en-US" b="0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DCDFCCC7-366D-2383-137A-2F320034CC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460993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008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079E6CC-CC9D-4AFC-8D95-2A75376BAF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2079E6CC-CC9D-4AFC-8D95-2A75376BAF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957A49F-97FB-452F-AB3B-4F01892AE4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C957A49F-97FB-452F-AB3B-4F01892AE4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A983CE2-64A5-4402-9B57-EF8930DA01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graphicEl>
                                              <a:dgm id="{BA983CE2-64A5-4402-9B57-EF8930DA01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1B3B247-6ABF-43CA-85D1-46E76ADBE9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graphicEl>
                                              <a:dgm id="{11B3B247-6ABF-43CA-85D1-46E76ADBE9C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lvl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570" y="443836"/>
            <a:ext cx="10242076" cy="849526"/>
          </a:xfrm>
        </p:spPr>
        <p:txBody>
          <a:bodyPr anchor="ctr">
            <a:normAutofit/>
          </a:bodyPr>
          <a:lstStyle/>
          <a:p>
            <a:r>
              <a:rPr lang="en-US" dirty="0"/>
              <a:t>Step2: Security Group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C64083-97EE-8A29-2F5F-384727AB46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4268227"/>
              </p:ext>
            </p:extLst>
          </p:nvPr>
        </p:nvGraphicFramePr>
        <p:xfrm>
          <a:off x="1158353" y="1484431"/>
          <a:ext cx="987529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848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45F71C9-4568-4803-BC7F-A88BA1A9A5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345F71C9-4568-4803-BC7F-A88BA1A9A5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86FDE70-F57D-4118-9223-73A344C2BF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486FDE70-F57D-4118-9223-73A344C2BF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0608864-8875-4542-BC76-DD988FE425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graphicEl>
                                              <a:dgm id="{90608864-8875-4542-BC76-DD988FE425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F110649-E4F8-428D-BC2F-5382885672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1F110649-E4F8-428D-BC2F-5382885672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8CB0A09-A93E-4481-8ED9-CA2A675F3E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graphicEl>
                                              <a:dgm id="{98CB0A09-A93E-4481-8ED9-CA2A675F3E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3D9CBA2-5383-47D8-9D73-39C859D867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graphicEl>
                                              <a:dgm id="{13D9CBA2-5383-47D8-9D73-39C859D8671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378" y="405440"/>
            <a:ext cx="9702422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After the Creation of LB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651378" y="3784245"/>
            <a:ext cx="9374875" cy="14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000"/>
              </a:spcBef>
              <a:buNone/>
            </a:pPr>
            <a:r>
              <a:rPr lang="en-US" sz="2400" kern="1200" dirty="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There is an Automatic “DNS” name created by AWS, also called as “A Record” for IPV4 or “AAAA Record” for IPv6.</a:t>
            </a:r>
          </a:p>
          <a:p>
            <a:pPr marL="0" indent="0">
              <a:spcBef>
                <a:spcPts val="1000"/>
              </a:spcBef>
              <a:buNone/>
            </a:pPr>
            <a:endParaRPr lang="en-US" sz="2400" kern="1200" dirty="0">
              <a:solidFill>
                <a:schemeClr val="accent3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53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370" y="583820"/>
            <a:ext cx="4252415" cy="8495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 err="1">
                <a:latin typeface="+mj-lt"/>
                <a:ea typeface="+mj-ea"/>
                <a:cs typeface="+mj-cs"/>
              </a:rPr>
              <a:t>AutoScaling</a:t>
            </a:r>
            <a:endParaRPr lang="en-US" b="1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FEBD26EB-40CA-3DBF-7B1C-5A3565DA4E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7560941"/>
              </p:ext>
            </p:extLst>
          </p:nvPr>
        </p:nvGraphicFramePr>
        <p:xfrm>
          <a:off x="1820838" y="1828799"/>
          <a:ext cx="9029131" cy="3461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5539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4EB7FE5-5FAB-46E5-9BBE-4A0659FA5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C4EB7FE5-5FAB-46E5-9BBE-4A0659FA5A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3BA95B4-5D67-4035-941B-C53EBB14D5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graphicEl>
                                              <a:dgm id="{E3BA95B4-5D67-4035-941B-C53EBB14D5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DC46CEF-CCB4-46E3-B2DD-A0BAAF8427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graphicEl>
                                              <a:dgm id="{7DC46CEF-CCB4-46E3-B2DD-A0BAAF8427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B35A93B-17FA-4852-AB66-B729A8060D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graphicEl>
                                              <a:dgm id="{EB35A93B-17FA-4852-AB66-B729A8060D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lvl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0433" y="1828800"/>
            <a:ext cx="3568296" cy="1600200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/>
              <a:t>Autoscaling Creation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5C5267-6AD6-E414-716F-A09127BEF6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4306266"/>
              </p:ext>
            </p:extLst>
          </p:nvPr>
        </p:nvGraphicFramePr>
        <p:xfrm>
          <a:off x="5863988" y="1828800"/>
          <a:ext cx="5022827" cy="3554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541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3BAFB9E-F02B-4090-98D1-2BA58FA3F1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83BAFB9E-F02B-4090-98D1-2BA58FA3F1C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E090846-992C-4496-9E9E-A3D6466F59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3E090846-992C-4496-9E9E-A3D6466F59D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E2246DE-4695-4F74-942C-FDA3AF8A72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7E2246DE-4695-4F74-942C-FDA3AF8A72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DA17776-0214-4754-9235-01F9BA8E23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7DA17776-0214-4754-9235-01F9BA8E23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lvlOne"/>
        </p:bldSub>
      </p:bldGraphic>
    </p:bldLst>
  </p:timing>
</p:sld>
</file>

<file path=ppt/theme/theme1.xml><?xml version="1.0" encoding="utf-8"?>
<a:theme xmlns:a="http://schemas.openxmlformats.org/drawingml/2006/main" name="VCL_green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CL_green" id="{100DCB1D-2A3D-4363-A119-BF5C73EBD559}" vid="{440B0097-36DF-4DB0-8E36-D132FD5CE63B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8505348-E928-40A2-A73F-705534E74D79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VCL_green</Template>
  <TotalTime>3611</TotalTime>
  <Words>384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VCL_green</vt:lpstr>
      <vt:lpstr>Azure – ELB (Elastic Load Balancer)</vt:lpstr>
      <vt:lpstr>Concepts of ELB (ElasticLoadBalancer)</vt:lpstr>
      <vt:lpstr>Concepts of ELB (Elastic LoadBalancer)</vt:lpstr>
      <vt:lpstr>Create Load Balancer 4 Sub steps </vt:lpstr>
      <vt:lpstr>Step1: Load Balancer Configuration Configuration has 2 sub parts </vt:lpstr>
      <vt:lpstr>Step2: Security Group</vt:lpstr>
      <vt:lpstr>After the Creation of LB</vt:lpstr>
      <vt:lpstr>AutoScaling</vt:lpstr>
      <vt:lpstr>Autoscaling Creation</vt:lpstr>
    </vt:vector>
  </TitlesOfParts>
  <Company>EMC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– S3- Glacier</dc:title>
  <dc:creator>S, Vishwanath</dc:creator>
  <cp:lastModifiedBy>L Bharathi</cp:lastModifiedBy>
  <cp:revision>38</cp:revision>
  <dcterms:created xsi:type="dcterms:W3CDTF">2018-07-27T15:06:26Z</dcterms:created>
  <dcterms:modified xsi:type="dcterms:W3CDTF">2024-09-06T18:07:22Z</dcterms:modified>
</cp:coreProperties>
</file>