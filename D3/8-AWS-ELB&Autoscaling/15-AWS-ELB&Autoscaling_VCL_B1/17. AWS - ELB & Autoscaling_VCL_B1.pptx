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76" r:id="rId3"/>
    <p:sldId id="266" r:id="rId4"/>
    <p:sldId id="285" r:id="rId5"/>
    <p:sldId id="258" r:id="rId6"/>
    <p:sldId id="257" r:id="rId7"/>
    <p:sldId id="282" r:id="rId8"/>
    <p:sldId id="265" r:id="rId9"/>
    <p:sldId id="260" r:id="rId10"/>
    <p:sldId id="259" r:id="rId11"/>
    <p:sldId id="279" r:id="rId12"/>
    <p:sldId id="283" r:id="rId13"/>
    <p:sldId id="284" r:id="rId14"/>
    <p:sldId id="263" r:id="rId15"/>
    <p:sldId id="278" r:id="rId16"/>
    <p:sldId id="277" r:id="rId17"/>
    <p:sldId id="261" r:id="rId18"/>
    <p:sldId id="281" r:id="rId19"/>
    <p:sldId id="274" r:id="rId20"/>
    <p:sldId id="275" r:id="rId21"/>
    <p:sldId id="264" r:id="rId22"/>
    <p:sldId id="269" r:id="rId23"/>
    <p:sldId id="270" r:id="rId24"/>
    <p:sldId id="273" r:id="rId25"/>
    <p:sldId id="27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499" y="6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232F13-277E-4A8D-99F6-C0D44E1EEC8D}" type="doc">
      <dgm:prSet loTypeId="urn:microsoft.com/office/officeart/2005/8/layout/hList1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CEBCA58-5D00-492B-A332-F48203809AD7}">
      <dgm:prSet/>
      <dgm:spPr/>
      <dgm:t>
        <a:bodyPr/>
        <a:lstStyle/>
        <a:p>
          <a:r>
            <a:rPr lang="en-US" dirty="0"/>
            <a:t>Multiple options are</a:t>
          </a:r>
        </a:p>
      </dgm:t>
    </dgm:pt>
    <dgm:pt modelId="{E66F629C-DF81-4681-AD47-605605567F20}" type="parTrans" cxnId="{C6E96FCF-0E5D-4267-A063-1AB8F378C122}">
      <dgm:prSet/>
      <dgm:spPr/>
      <dgm:t>
        <a:bodyPr/>
        <a:lstStyle/>
        <a:p>
          <a:endParaRPr lang="en-US"/>
        </a:p>
      </dgm:t>
    </dgm:pt>
    <dgm:pt modelId="{313ED2A1-EAF6-447E-A8BB-4051B48FDD2A}" type="sibTrans" cxnId="{C6E96FCF-0E5D-4267-A063-1AB8F378C122}">
      <dgm:prSet/>
      <dgm:spPr/>
      <dgm:t>
        <a:bodyPr/>
        <a:lstStyle/>
        <a:p>
          <a:endParaRPr lang="en-US"/>
        </a:p>
      </dgm:t>
    </dgm:pt>
    <dgm:pt modelId="{CC96B2E6-0FDD-43A4-A9D7-88135C4D5A3C}">
      <dgm:prSet/>
      <dgm:spPr/>
      <dgm:t>
        <a:bodyPr/>
        <a:lstStyle/>
        <a:p>
          <a:r>
            <a:rPr lang="en-US"/>
            <a:t>Application Load Balancer -- ALB</a:t>
          </a:r>
        </a:p>
      </dgm:t>
    </dgm:pt>
    <dgm:pt modelId="{448E35B9-F71B-45F7-AF70-7CF036FDE7F2}" type="parTrans" cxnId="{95BBBE10-F95E-4E49-9AE1-39A68331C113}">
      <dgm:prSet/>
      <dgm:spPr/>
      <dgm:t>
        <a:bodyPr/>
        <a:lstStyle/>
        <a:p>
          <a:endParaRPr lang="en-US"/>
        </a:p>
      </dgm:t>
    </dgm:pt>
    <dgm:pt modelId="{97EEF55A-099D-498E-AE4D-F261A1BEFD1D}" type="sibTrans" cxnId="{95BBBE10-F95E-4E49-9AE1-39A68331C113}">
      <dgm:prSet/>
      <dgm:spPr/>
      <dgm:t>
        <a:bodyPr/>
        <a:lstStyle/>
        <a:p>
          <a:endParaRPr lang="en-US"/>
        </a:p>
      </dgm:t>
    </dgm:pt>
    <dgm:pt modelId="{BE217C89-C71B-46B3-8DA3-B289A53EE5EA}">
      <dgm:prSet/>
      <dgm:spPr/>
      <dgm:t>
        <a:bodyPr/>
        <a:lstStyle/>
        <a:p>
          <a:r>
            <a:rPr lang="en-US"/>
            <a:t>Network Load Balancer      -- NLB</a:t>
          </a:r>
        </a:p>
      </dgm:t>
    </dgm:pt>
    <dgm:pt modelId="{55E9A179-EEAA-4E29-A70C-5D8FBCCA0B24}" type="parTrans" cxnId="{E09BF7C3-A2D6-41B5-931D-74CCB23967AC}">
      <dgm:prSet/>
      <dgm:spPr/>
      <dgm:t>
        <a:bodyPr/>
        <a:lstStyle/>
        <a:p>
          <a:endParaRPr lang="en-US"/>
        </a:p>
      </dgm:t>
    </dgm:pt>
    <dgm:pt modelId="{A292A9DD-EC48-4190-9C51-8233822BEEFD}" type="sibTrans" cxnId="{E09BF7C3-A2D6-41B5-931D-74CCB23967AC}">
      <dgm:prSet/>
      <dgm:spPr/>
      <dgm:t>
        <a:bodyPr/>
        <a:lstStyle/>
        <a:p>
          <a:endParaRPr lang="en-US"/>
        </a:p>
      </dgm:t>
    </dgm:pt>
    <dgm:pt modelId="{5301761C-F577-4004-BB27-AE2EC8A402BC}">
      <dgm:prSet/>
      <dgm:spPr/>
      <dgm:t>
        <a:bodyPr/>
        <a:lstStyle/>
        <a:p>
          <a:r>
            <a:rPr lang="en-US"/>
            <a:t>AWS Classic Load Balancer-- CLB</a:t>
          </a:r>
        </a:p>
      </dgm:t>
    </dgm:pt>
    <dgm:pt modelId="{3C320056-20BB-4ACB-A097-5E4B820790F2}" type="parTrans" cxnId="{F3BD1773-37BF-4014-AE8F-447E029A5E22}">
      <dgm:prSet/>
      <dgm:spPr/>
      <dgm:t>
        <a:bodyPr/>
        <a:lstStyle/>
        <a:p>
          <a:endParaRPr lang="en-US"/>
        </a:p>
      </dgm:t>
    </dgm:pt>
    <dgm:pt modelId="{A88C8882-41B0-4F8A-AD00-9D6FD367D4F7}" type="sibTrans" cxnId="{F3BD1773-37BF-4014-AE8F-447E029A5E22}">
      <dgm:prSet/>
      <dgm:spPr/>
      <dgm:t>
        <a:bodyPr/>
        <a:lstStyle/>
        <a:p>
          <a:endParaRPr lang="en-US"/>
        </a:p>
      </dgm:t>
    </dgm:pt>
    <dgm:pt modelId="{CBB0105D-6E2F-4026-995B-49A33C37E412}">
      <dgm:prSet/>
      <dgm:spPr/>
      <dgm:t>
        <a:bodyPr/>
        <a:lstStyle/>
        <a:p>
          <a:r>
            <a:rPr lang="en-US"/>
            <a:t>Application Load Balancer</a:t>
          </a:r>
        </a:p>
      </dgm:t>
    </dgm:pt>
    <dgm:pt modelId="{C45FCFC9-C963-44DB-9FFC-48012FE8AD3F}" type="parTrans" cxnId="{48DF9CAB-5AE6-4671-A9D2-139C936AC003}">
      <dgm:prSet/>
      <dgm:spPr/>
      <dgm:t>
        <a:bodyPr/>
        <a:lstStyle/>
        <a:p>
          <a:endParaRPr lang="en-US"/>
        </a:p>
      </dgm:t>
    </dgm:pt>
    <dgm:pt modelId="{8270638A-438D-4CF5-B68A-99D6B11877B9}" type="sibTrans" cxnId="{48DF9CAB-5AE6-4671-A9D2-139C936AC003}">
      <dgm:prSet/>
      <dgm:spPr/>
      <dgm:t>
        <a:bodyPr/>
        <a:lstStyle/>
        <a:p>
          <a:endParaRPr lang="en-US"/>
        </a:p>
      </dgm:t>
    </dgm:pt>
    <dgm:pt modelId="{D674D083-3EC2-4921-9D02-F2CB60F25301}">
      <dgm:prSet/>
      <dgm:spPr/>
      <dgm:t>
        <a:bodyPr/>
        <a:lstStyle/>
        <a:p>
          <a:r>
            <a:rPr lang="en-US"/>
            <a:t>To perform LB on HTTP and HTTPS</a:t>
          </a:r>
        </a:p>
      </dgm:t>
    </dgm:pt>
    <dgm:pt modelId="{8EC852A9-44F1-40D9-8B07-339B91EB0CBF}" type="parTrans" cxnId="{2E3DBB72-C252-49C8-BA32-F09010E909DE}">
      <dgm:prSet/>
      <dgm:spPr/>
      <dgm:t>
        <a:bodyPr/>
        <a:lstStyle/>
        <a:p>
          <a:endParaRPr lang="en-US"/>
        </a:p>
      </dgm:t>
    </dgm:pt>
    <dgm:pt modelId="{8DFA6FCC-5CD9-426C-8299-106FE17FABD3}" type="sibTrans" cxnId="{2E3DBB72-C252-49C8-BA32-F09010E909DE}">
      <dgm:prSet/>
      <dgm:spPr/>
      <dgm:t>
        <a:bodyPr/>
        <a:lstStyle/>
        <a:p>
          <a:endParaRPr lang="en-US"/>
        </a:p>
      </dgm:t>
    </dgm:pt>
    <dgm:pt modelId="{514B60A3-4B25-4272-B62B-E707E78F6F85}">
      <dgm:prSet/>
      <dgm:spPr/>
      <dgm:t>
        <a:bodyPr/>
        <a:lstStyle/>
        <a:p>
          <a:r>
            <a:rPr lang="en-US"/>
            <a:t>Network Load Balancer</a:t>
          </a:r>
        </a:p>
      </dgm:t>
    </dgm:pt>
    <dgm:pt modelId="{D067CC9A-436A-432F-B703-B99480D88740}" type="parTrans" cxnId="{547BF897-1D1B-4885-82DB-F68248834293}">
      <dgm:prSet/>
      <dgm:spPr/>
      <dgm:t>
        <a:bodyPr/>
        <a:lstStyle/>
        <a:p>
          <a:endParaRPr lang="en-US"/>
        </a:p>
      </dgm:t>
    </dgm:pt>
    <dgm:pt modelId="{70F8A939-B061-4CC3-B403-31B031250BC0}" type="sibTrans" cxnId="{547BF897-1D1B-4885-82DB-F68248834293}">
      <dgm:prSet/>
      <dgm:spPr/>
      <dgm:t>
        <a:bodyPr/>
        <a:lstStyle/>
        <a:p>
          <a:endParaRPr lang="en-US"/>
        </a:p>
      </dgm:t>
    </dgm:pt>
    <dgm:pt modelId="{85C34A8D-EA2F-439E-8B40-28BEFAD9DB15}">
      <dgm:prSet/>
      <dgm:spPr/>
      <dgm:t>
        <a:bodyPr/>
        <a:lstStyle/>
        <a:p>
          <a:r>
            <a:rPr lang="en-US"/>
            <a:t>To perform LB on any TCP port</a:t>
          </a:r>
        </a:p>
      </dgm:t>
    </dgm:pt>
    <dgm:pt modelId="{5416E1D6-CD91-41B1-87AF-D55AEE5934CC}" type="parTrans" cxnId="{6093AACB-CEDB-4AF8-959B-71051971193A}">
      <dgm:prSet/>
      <dgm:spPr/>
      <dgm:t>
        <a:bodyPr/>
        <a:lstStyle/>
        <a:p>
          <a:endParaRPr lang="en-US"/>
        </a:p>
      </dgm:t>
    </dgm:pt>
    <dgm:pt modelId="{E01DA393-B307-4921-9205-190B39454DAD}" type="sibTrans" cxnId="{6093AACB-CEDB-4AF8-959B-71051971193A}">
      <dgm:prSet/>
      <dgm:spPr/>
      <dgm:t>
        <a:bodyPr/>
        <a:lstStyle/>
        <a:p>
          <a:endParaRPr lang="en-US"/>
        </a:p>
      </dgm:t>
    </dgm:pt>
    <dgm:pt modelId="{67989AD3-72BB-4D16-A718-75170F66112C}">
      <dgm:prSet/>
      <dgm:spPr/>
      <dgm:t>
        <a:bodyPr/>
        <a:lstStyle/>
        <a:p>
          <a:r>
            <a:rPr lang="en-US"/>
            <a:t>AWS Classic Load Balancer</a:t>
          </a:r>
        </a:p>
      </dgm:t>
    </dgm:pt>
    <dgm:pt modelId="{F3A517D8-9E1F-4E18-938E-B4B8CBB01107}" type="parTrans" cxnId="{586CCF25-FC26-4544-9AC1-3643918DBDD0}">
      <dgm:prSet/>
      <dgm:spPr/>
      <dgm:t>
        <a:bodyPr/>
        <a:lstStyle/>
        <a:p>
          <a:endParaRPr lang="en-US"/>
        </a:p>
      </dgm:t>
    </dgm:pt>
    <dgm:pt modelId="{859237BD-BE67-4B70-B2B7-338A7CD3C2FA}" type="sibTrans" cxnId="{586CCF25-FC26-4544-9AC1-3643918DBDD0}">
      <dgm:prSet/>
      <dgm:spPr/>
      <dgm:t>
        <a:bodyPr/>
        <a:lstStyle/>
        <a:p>
          <a:endParaRPr lang="en-US"/>
        </a:p>
      </dgm:t>
    </dgm:pt>
    <dgm:pt modelId="{F91075AE-3425-4452-9B65-B4F56C1628F6}">
      <dgm:prSet/>
      <dgm:spPr/>
      <dgm:t>
        <a:bodyPr/>
        <a:lstStyle/>
        <a:p>
          <a:r>
            <a:rPr lang="en-US"/>
            <a:t>Previous Generation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HTTP, HTTPS and TCP</a:t>
          </a:r>
        </a:p>
      </dgm:t>
    </dgm:pt>
    <dgm:pt modelId="{8C9584A2-E057-4A1F-85A2-67FE95BAB47E}" type="parTrans" cxnId="{BC9150E3-F9E3-428C-8337-0DA7ACAFF683}">
      <dgm:prSet/>
      <dgm:spPr/>
      <dgm:t>
        <a:bodyPr/>
        <a:lstStyle/>
        <a:p>
          <a:endParaRPr lang="en-US"/>
        </a:p>
      </dgm:t>
    </dgm:pt>
    <dgm:pt modelId="{80804B95-E4D6-45C1-85A3-EAEE15205CF7}" type="sibTrans" cxnId="{BC9150E3-F9E3-428C-8337-0DA7ACAFF683}">
      <dgm:prSet/>
      <dgm:spPr/>
      <dgm:t>
        <a:bodyPr/>
        <a:lstStyle/>
        <a:p>
          <a:endParaRPr lang="en-US"/>
        </a:p>
      </dgm:t>
    </dgm:pt>
    <dgm:pt modelId="{00C52394-5463-4C23-9A82-2473E4A98B4B}" type="pres">
      <dgm:prSet presAssocID="{09232F13-277E-4A8D-99F6-C0D44E1EEC8D}" presName="Name0" presStyleCnt="0">
        <dgm:presLayoutVars>
          <dgm:dir/>
          <dgm:animLvl val="lvl"/>
          <dgm:resizeHandles val="exact"/>
        </dgm:presLayoutVars>
      </dgm:prSet>
      <dgm:spPr/>
    </dgm:pt>
    <dgm:pt modelId="{F77FD072-05AC-4740-AF6C-550FB0AC5508}" type="pres">
      <dgm:prSet presAssocID="{3CEBCA58-5D00-492B-A332-F48203809AD7}" presName="composite" presStyleCnt="0"/>
      <dgm:spPr/>
    </dgm:pt>
    <dgm:pt modelId="{B46986C3-D424-4E8D-9FAC-F16B844D1A9A}" type="pres">
      <dgm:prSet presAssocID="{3CEBCA58-5D00-492B-A332-F48203809AD7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268062E0-B932-4D39-83EF-EE0C749174F0}" type="pres">
      <dgm:prSet presAssocID="{3CEBCA58-5D00-492B-A332-F48203809AD7}" presName="desTx" presStyleLbl="alignAccFollowNode1" presStyleIdx="0" presStyleCnt="4">
        <dgm:presLayoutVars>
          <dgm:bulletEnabled val="1"/>
        </dgm:presLayoutVars>
      </dgm:prSet>
      <dgm:spPr/>
    </dgm:pt>
    <dgm:pt modelId="{A3A9768A-735C-4F0A-9A75-7CD2A132FF0F}" type="pres">
      <dgm:prSet presAssocID="{313ED2A1-EAF6-447E-A8BB-4051B48FDD2A}" presName="space" presStyleCnt="0"/>
      <dgm:spPr/>
    </dgm:pt>
    <dgm:pt modelId="{5D76679D-C679-4DB2-956C-E108D7575856}" type="pres">
      <dgm:prSet presAssocID="{CBB0105D-6E2F-4026-995B-49A33C37E412}" presName="composite" presStyleCnt="0"/>
      <dgm:spPr/>
    </dgm:pt>
    <dgm:pt modelId="{E20CEC13-6E98-4D71-8634-3969E60877DC}" type="pres">
      <dgm:prSet presAssocID="{CBB0105D-6E2F-4026-995B-49A33C37E412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F3ED2A0C-DC2E-41B2-841F-7F01DBD1681C}" type="pres">
      <dgm:prSet presAssocID="{CBB0105D-6E2F-4026-995B-49A33C37E412}" presName="desTx" presStyleLbl="alignAccFollowNode1" presStyleIdx="1" presStyleCnt="4">
        <dgm:presLayoutVars>
          <dgm:bulletEnabled val="1"/>
        </dgm:presLayoutVars>
      </dgm:prSet>
      <dgm:spPr/>
    </dgm:pt>
    <dgm:pt modelId="{3B5A2ACA-AF59-445D-AB0C-7E6308C26A14}" type="pres">
      <dgm:prSet presAssocID="{8270638A-438D-4CF5-B68A-99D6B11877B9}" presName="space" presStyleCnt="0"/>
      <dgm:spPr/>
    </dgm:pt>
    <dgm:pt modelId="{84126952-C47F-49CC-B2AD-5EF89D25D8E6}" type="pres">
      <dgm:prSet presAssocID="{514B60A3-4B25-4272-B62B-E707E78F6F85}" presName="composite" presStyleCnt="0"/>
      <dgm:spPr/>
    </dgm:pt>
    <dgm:pt modelId="{4AD93D81-B829-43FD-9AAC-62578962F6D3}" type="pres">
      <dgm:prSet presAssocID="{514B60A3-4B25-4272-B62B-E707E78F6F85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9C25230A-52D3-4DE4-A63F-B492E4D56002}" type="pres">
      <dgm:prSet presAssocID="{514B60A3-4B25-4272-B62B-E707E78F6F85}" presName="desTx" presStyleLbl="alignAccFollowNode1" presStyleIdx="2" presStyleCnt="4">
        <dgm:presLayoutVars>
          <dgm:bulletEnabled val="1"/>
        </dgm:presLayoutVars>
      </dgm:prSet>
      <dgm:spPr/>
    </dgm:pt>
    <dgm:pt modelId="{C1DF7269-5FD3-4FFE-9040-D9B065602A43}" type="pres">
      <dgm:prSet presAssocID="{70F8A939-B061-4CC3-B403-31B031250BC0}" presName="space" presStyleCnt="0"/>
      <dgm:spPr/>
    </dgm:pt>
    <dgm:pt modelId="{3C9CECF4-D8F5-406D-B59A-C032833AC101}" type="pres">
      <dgm:prSet presAssocID="{67989AD3-72BB-4D16-A718-75170F66112C}" presName="composite" presStyleCnt="0"/>
      <dgm:spPr/>
    </dgm:pt>
    <dgm:pt modelId="{E6E0B45F-A5AB-4493-B79F-BF667CD26846}" type="pres">
      <dgm:prSet presAssocID="{67989AD3-72BB-4D16-A718-75170F66112C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7CA25D8D-5B67-446C-A0F6-9D0F5316D32C}" type="pres">
      <dgm:prSet presAssocID="{67989AD3-72BB-4D16-A718-75170F66112C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7C6D7B07-48E1-412F-AD58-C573901BF751}" type="presOf" srcId="{85C34A8D-EA2F-439E-8B40-28BEFAD9DB15}" destId="{9C25230A-52D3-4DE4-A63F-B492E4D56002}" srcOrd="0" destOrd="0" presId="urn:microsoft.com/office/officeart/2005/8/layout/hList1"/>
    <dgm:cxn modelId="{95BBBE10-F95E-4E49-9AE1-39A68331C113}" srcId="{3CEBCA58-5D00-492B-A332-F48203809AD7}" destId="{CC96B2E6-0FDD-43A4-A9D7-88135C4D5A3C}" srcOrd="0" destOrd="0" parTransId="{448E35B9-F71B-45F7-AF70-7CF036FDE7F2}" sibTransId="{97EEF55A-099D-498E-AE4D-F261A1BEFD1D}"/>
    <dgm:cxn modelId="{23FD7C1D-68D2-4855-9D1D-2DEDCF51B598}" type="presOf" srcId="{F91075AE-3425-4452-9B65-B4F56C1628F6}" destId="{7CA25D8D-5B67-446C-A0F6-9D0F5316D32C}" srcOrd="0" destOrd="0" presId="urn:microsoft.com/office/officeart/2005/8/layout/hList1"/>
    <dgm:cxn modelId="{586CCF25-FC26-4544-9AC1-3643918DBDD0}" srcId="{09232F13-277E-4A8D-99F6-C0D44E1EEC8D}" destId="{67989AD3-72BB-4D16-A718-75170F66112C}" srcOrd="3" destOrd="0" parTransId="{F3A517D8-9E1F-4E18-938E-B4B8CBB01107}" sibTransId="{859237BD-BE67-4B70-B2B7-338A7CD3C2FA}"/>
    <dgm:cxn modelId="{943F613D-B53D-47E9-AF17-EA9C42F575D2}" type="presOf" srcId="{5301761C-F577-4004-BB27-AE2EC8A402BC}" destId="{268062E0-B932-4D39-83EF-EE0C749174F0}" srcOrd="0" destOrd="2" presId="urn:microsoft.com/office/officeart/2005/8/layout/hList1"/>
    <dgm:cxn modelId="{80312946-AFE4-4E91-B7CC-BD355015E8EC}" type="presOf" srcId="{67989AD3-72BB-4D16-A718-75170F66112C}" destId="{E6E0B45F-A5AB-4493-B79F-BF667CD26846}" srcOrd="0" destOrd="0" presId="urn:microsoft.com/office/officeart/2005/8/layout/hList1"/>
    <dgm:cxn modelId="{44E3C250-2B87-4085-A440-91942DFB44A4}" type="presOf" srcId="{CC96B2E6-0FDD-43A4-A9D7-88135C4D5A3C}" destId="{268062E0-B932-4D39-83EF-EE0C749174F0}" srcOrd="0" destOrd="0" presId="urn:microsoft.com/office/officeart/2005/8/layout/hList1"/>
    <dgm:cxn modelId="{C4833571-89D0-42AD-BFA1-5B9E1BAD35A8}" type="presOf" srcId="{3CEBCA58-5D00-492B-A332-F48203809AD7}" destId="{B46986C3-D424-4E8D-9FAC-F16B844D1A9A}" srcOrd="0" destOrd="0" presId="urn:microsoft.com/office/officeart/2005/8/layout/hList1"/>
    <dgm:cxn modelId="{2E3DBB72-C252-49C8-BA32-F09010E909DE}" srcId="{CBB0105D-6E2F-4026-995B-49A33C37E412}" destId="{D674D083-3EC2-4921-9D02-F2CB60F25301}" srcOrd="0" destOrd="0" parTransId="{8EC852A9-44F1-40D9-8B07-339B91EB0CBF}" sibTransId="{8DFA6FCC-5CD9-426C-8299-106FE17FABD3}"/>
    <dgm:cxn modelId="{F3BD1773-37BF-4014-AE8F-447E029A5E22}" srcId="{3CEBCA58-5D00-492B-A332-F48203809AD7}" destId="{5301761C-F577-4004-BB27-AE2EC8A402BC}" srcOrd="2" destOrd="0" parTransId="{3C320056-20BB-4ACB-A097-5E4B820790F2}" sibTransId="{A88C8882-41B0-4F8A-AD00-9D6FD367D4F7}"/>
    <dgm:cxn modelId="{F9881E7C-B1AE-4378-BF7D-F14866F0CEB0}" type="presOf" srcId="{514B60A3-4B25-4272-B62B-E707E78F6F85}" destId="{4AD93D81-B829-43FD-9AAC-62578962F6D3}" srcOrd="0" destOrd="0" presId="urn:microsoft.com/office/officeart/2005/8/layout/hList1"/>
    <dgm:cxn modelId="{547BF897-1D1B-4885-82DB-F68248834293}" srcId="{09232F13-277E-4A8D-99F6-C0D44E1EEC8D}" destId="{514B60A3-4B25-4272-B62B-E707E78F6F85}" srcOrd="2" destOrd="0" parTransId="{D067CC9A-436A-432F-B703-B99480D88740}" sibTransId="{70F8A939-B061-4CC3-B403-31B031250BC0}"/>
    <dgm:cxn modelId="{85FF469A-F76C-4C42-BA86-E5CDCF4A17BD}" type="presOf" srcId="{09232F13-277E-4A8D-99F6-C0D44E1EEC8D}" destId="{00C52394-5463-4C23-9A82-2473E4A98B4B}" srcOrd="0" destOrd="0" presId="urn:microsoft.com/office/officeart/2005/8/layout/hList1"/>
    <dgm:cxn modelId="{48DF9CAB-5AE6-4671-A9D2-139C936AC003}" srcId="{09232F13-277E-4A8D-99F6-C0D44E1EEC8D}" destId="{CBB0105D-6E2F-4026-995B-49A33C37E412}" srcOrd="1" destOrd="0" parTransId="{C45FCFC9-C963-44DB-9FFC-48012FE8AD3F}" sibTransId="{8270638A-438D-4CF5-B68A-99D6B11877B9}"/>
    <dgm:cxn modelId="{B8606FB9-8872-4D00-BCDF-F48253A16004}" type="presOf" srcId="{CBB0105D-6E2F-4026-995B-49A33C37E412}" destId="{E20CEC13-6E98-4D71-8634-3969E60877DC}" srcOrd="0" destOrd="0" presId="urn:microsoft.com/office/officeart/2005/8/layout/hList1"/>
    <dgm:cxn modelId="{E09BF7C3-A2D6-41B5-931D-74CCB23967AC}" srcId="{3CEBCA58-5D00-492B-A332-F48203809AD7}" destId="{BE217C89-C71B-46B3-8DA3-B289A53EE5EA}" srcOrd="1" destOrd="0" parTransId="{55E9A179-EEAA-4E29-A70C-5D8FBCCA0B24}" sibTransId="{A292A9DD-EC48-4190-9C51-8233822BEEFD}"/>
    <dgm:cxn modelId="{6093AACB-CEDB-4AF8-959B-71051971193A}" srcId="{514B60A3-4B25-4272-B62B-E707E78F6F85}" destId="{85C34A8D-EA2F-439E-8B40-28BEFAD9DB15}" srcOrd="0" destOrd="0" parTransId="{5416E1D6-CD91-41B1-87AF-D55AEE5934CC}" sibTransId="{E01DA393-B307-4921-9205-190B39454DAD}"/>
    <dgm:cxn modelId="{C6E96FCF-0E5D-4267-A063-1AB8F378C122}" srcId="{09232F13-277E-4A8D-99F6-C0D44E1EEC8D}" destId="{3CEBCA58-5D00-492B-A332-F48203809AD7}" srcOrd="0" destOrd="0" parTransId="{E66F629C-DF81-4681-AD47-605605567F20}" sibTransId="{313ED2A1-EAF6-447E-A8BB-4051B48FDD2A}"/>
    <dgm:cxn modelId="{AABF09E2-9697-452E-B541-B7278DCD5086}" type="presOf" srcId="{BE217C89-C71B-46B3-8DA3-B289A53EE5EA}" destId="{268062E0-B932-4D39-83EF-EE0C749174F0}" srcOrd="0" destOrd="1" presId="urn:microsoft.com/office/officeart/2005/8/layout/hList1"/>
    <dgm:cxn modelId="{BC9150E3-F9E3-428C-8337-0DA7ACAFF683}" srcId="{67989AD3-72BB-4D16-A718-75170F66112C}" destId="{F91075AE-3425-4452-9B65-B4F56C1628F6}" srcOrd="0" destOrd="0" parTransId="{8C9584A2-E057-4A1F-85A2-67FE95BAB47E}" sibTransId="{80804B95-E4D6-45C1-85A3-EAEE15205CF7}"/>
    <dgm:cxn modelId="{EA7D38E9-1E86-48A4-8324-AD5386C6E440}" type="presOf" srcId="{D674D083-3EC2-4921-9D02-F2CB60F25301}" destId="{F3ED2A0C-DC2E-41B2-841F-7F01DBD1681C}" srcOrd="0" destOrd="0" presId="urn:microsoft.com/office/officeart/2005/8/layout/hList1"/>
    <dgm:cxn modelId="{B943EE82-00D1-45A7-BFAE-36FA899A5B4B}" type="presParOf" srcId="{00C52394-5463-4C23-9A82-2473E4A98B4B}" destId="{F77FD072-05AC-4740-AF6C-550FB0AC5508}" srcOrd="0" destOrd="0" presId="urn:microsoft.com/office/officeart/2005/8/layout/hList1"/>
    <dgm:cxn modelId="{9509BFAF-A8D1-410B-ADC9-BEB3C884B77C}" type="presParOf" srcId="{F77FD072-05AC-4740-AF6C-550FB0AC5508}" destId="{B46986C3-D424-4E8D-9FAC-F16B844D1A9A}" srcOrd="0" destOrd="0" presId="urn:microsoft.com/office/officeart/2005/8/layout/hList1"/>
    <dgm:cxn modelId="{9AE2819F-3CEF-4F04-A66F-51BC7F46D06C}" type="presParOf" srcId="{F77FD072-05AC-4740-AF6C-550FB0AC5508}" destId="{268062E0-B932-4D39-83EF-EE0C749174F0}" srcOrd="1" destOrd="0" presId="urn:microsoft.com/office/officeart/2005/8/layout/hList1"/>
    <dgm:cxn modelId="{2564AC38-7B32-47CE-A98B-F13B6CD6010D}" type="presParOf" srcId="{00C52394-5463-4C23-9A82-2473E4A98B4B}" destId="{A3A9768A-735C-4F0A-9A75-7CD2A132FF0F}" srcOrd="1" destOrd="0" presId="urn:microsoft.com/office/officeart/2005/8/layout/hList1"/>
    <dgm:cxn modelId="{E66AB8E1-10DC-472A-A84D-C11FBB5F88AC}" type="presParOf" srcId="{00C52394-5463-4C23-9A82-2473E4A98B4B}" destId="{5D76679D-C679-4DB2-956C-E108D7575856}" srcOrd="2" destOrd="0" presId="urn:microsoft.com/office/officeart/2005/8/layout/hList1"/>
    <dgm:cxn modelId="{807294EF-FB54-48AD-B0E0-031F73DF0DA9}" type="presParOf" srcId="{5D76679D-C679-4DB2-956C-E108D7575856}" destId="{E20CEC13-6E98-4D71-8634-3969E60877DC}" srcOrd="0" destOrd="0" presId="urn:microsoft.com/office/officeart/2005/8/layout/hList1"/>
    <dgm:cxn modelId="{CAABAD86-4030-42B8-87D5-C786EC9274B9}" type="presParOf" srcId="{5D76679D-C679-4DB2-956C-E108D7575856}" destId="{F3ED2A0C-DC2E-41B2-841F-7F01DBD1681C}" srcOrd="1" destOrd="0" presId="urn:microsoft.com/office/officeart/2005/8/layout/hList1"/>
    <dgm:cxn modelId="{D9D41B8C-42A1-4529-ACEF-A863141D6EEF}" type="presParOf" srcId="{00C52394-5463-4C23-9A82-2473E4A98B4B}" destId="{3B5A2ACA-AF59-445D-AB0C-7E6308C26A14}" srcOrd="3" destOrd="0" presId="urn:microsoft.com/office/officeart/2005/8/layout/hList1"/>
    <dgm:cxn modelId="{BCE98791-63AC-4039-BF6B-C40C0CC4D06D}" type="presParOf" srcId="{00C52394-5463-4C23-9A82-2473E4A98B4B}" destId="{84126952-C47F-49CC-B2AD-5EF89D25D8E6}" srcOrd="4" destOrd="0" presId="urn:microsoft.com/office/officeart/2005/8/layout/hList1"/>
    <dgm:cxn modelId="{9890CD6A-17A8-47F0-93B1-AB6089015951}" type="presParOf" srcId="{84126952-C47F-49CC-B2AD-5EF89D25D8E6}" destId="{4AD93D81-B829-43FD-9AAC-62578962F6D3}" srcOrd="0" destOrd="0" presId="urn:microsoft.com/office/officeart/2005/8/layout/hList1"/>
    <dgm:cxn modelId="{71B98320-0EA2-4FF0-93BC-07717562DE12}" type="presParOf" srcId="{84126952-C47F-49CC-B2AD-5EF89D25D8E6}" destId="{9C25230A-52D3-4DE4-A63F-B492E4D56002}" srcOrd="1" destOrd="0" presId="urn:microsoft.com/office/officeart/2005/8/layout/hList1"/>
    <dgm:cxn modelId="{97E4FD71-9768-4865-ADE8-FE6E65786951}" type="presParOf" srcId="{00C52394-5463-4C23-9A82-2473E4A98B4B}" destId="{C1DF7269-5FD3-4FFE-9040-D9B065602A43}" srcOrd="5" destOrd="0" presId="urn:microsoft.com/office/officeart/2005/8/layout/hList1"/>
    <dgm:cxn modelId="{A49DCBA9-EA0D-4796-8480-D2E8D38292CE}" type="presParOf" srcId="{00C52394-5463-4C23-9A82-2473E4A98B4B}" destId="{3C9CECF4-D8F5-406D-B59A-C032833AC101}" srcOrd="6" destOrd="0" presId="urn:microsoft.com/office/officeart/2005/8/layout/hList1"/>
    <dgm:cxn modelId="{4A638B8F-C3A0-46B8-B269-E64E7FF893E7}" type="presParOf" srcId="{3C9CECF4-D8F5-406D-B59A-C032833AC101}" destId="{E6E0B45F-A5AB-4493-B79F-BF667CD26846}" srcOrd="0" destOrd="0" presId="urn:microsoft.com/office/officeart/2005/8/layout/hList1"/>
    <dgm:cxn modelId="{862D9806-CF30-42D6-B503-D6C635C0F1FD}" type="presParOf" srcId="{3C9CECF4-D8F5-406D-B59A-C032833AC101}" destId="{7CA25D8D-5B67-446C-A0F6-9D0F5316D32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FDDE8E-A813-4B1E-98DC-6AEAF928604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034252A-2465-43FF-B4F9-C522DCEE6940}">
      <dgm:prSet custT="1"/>
      <dgm:spPr/>
      <dgm:t>
        <a:bodyPr/>
        <a:lstStyle/>
        <a:p>
          <a:r>
            <a:rPr lang="en-US" sz="3200" b="1" dirty="0"/>
            <a:t>Pre-requisite</a:t>
          </a:r>
          <a:endParaRPr lang="en-US" sz="3200" dirty="0"/>
        </a:p>
      </dgm:t>
    </dgm:pt>
    <dgm:pt modelId="{1CAC87B9-5F68-41C3-8AC8-CDA639D3F74F}" type="parTrans" cxnId="{DC3F203E-047C-45C2-983E-78970C4AA378}">
      <dgm:prSet/>
      <dgm:spPr/>
      <dgm:t>
        <a:bodyPr/>
        <a:lstStyle/>
        <a:p>
          <a:endParaRPr lang="en-US" sz="1600"/>
        </a:p>
      </dgm:t>
    </dgm:pt>
    <dgm:pt modelId="{064DD42E-AD92-4823-9C77-56926F9FAE5B}" type="sibTrans" cxnId="{DC3F203E-047C-45C2-983E-78970C4AA378}">
      <dgm:prSet/>
      <dgm:spPr/>
      <dgm:t>
        <a:bodyPr/>
        <a:lstStyle/>
        <a:p>
          <a:endParaRPr lang="en-US" sz="1600"/>
        </a:p>
      </dgm:t>
    </dgm:pt>
    <dgm:pt modelId="{3D87F4DF-F141-4A75-BBE4-B9BB76A2BEC2}">
      <dgm:prSet custT="1"/>
      <dgm:spPr/>
      <dgm:t>
        <a:bodyPr/>
        <a:lstStyle/>
        <a:p>
          <a:r>
            <a:rPr lang="en-US" sz="2400" dirty="0"/>
            <a:t>We need to have minimum of 2 Subnets and these 2 subnets should be in 2 different Availability Zone.</a:t>
          </a:r>
        </a:p>
      </dgm:t>
    </dgm:pt>
    <dgm:pt modelId="{0E3DD703-26DA-4C0A-A5FA-9595B5CAFBEC}" type="parTrans" cxnId="{294990E5-AE8B-4919-9044-ACBE2E4B0594}">
      <dgm:prSet/>
      <dgm:spPr/>
      <dgm:t>
        <a:bodyPr/>
        <a:lstStyle/>
        <a:p>
          <a:endParaRPr lang="en-US" sz="1600"/>
        </a:p>
      </dgm:t>
    </dgm:pt>
    <dgm:pt modelId="{4936C8A6-3E8C-4B15-AF71-FFC03E0F95A4}" type="sibTrans" cxnId="{294990E5-AE8B-4919-9044-ACBE2E4B0594}">
      <dgm:prSet/>
      <dgm:spPr/>
      <dgm:t>
        <a:bodyPr/>
        <a:lstStyle/>
        <a:p>
          <a:endParaRPr lang="en-US" sz="1600"/>
        </a:p>
      </dgm:t>
    </dgm:pt>
    <dgm:pt modelId="{B4B47916-0323-4CF7-8E8C-BA920A9C7CFF}">
      <dgm:prSet custT="1"/>
      <dgm:spPr/>
      <dgm:t>
        <a:bodyPr/>
        <a:lstStyle/>
        <a:p>
          <a:r>
            <a:rPr lang="en-US" sz="3200" b="1"/>
            <a:t>Configuration</a:t>
          </a:r>
          <a:endParaRPr lang="en-US" sz="3200"/>
        </a:p>
      </dgm:t>
    </dgm:pt>
    <dgm:pt modelId="{3E9D29E3-7996-4A4B-9F28-35EA74F18FF7}" type="parTrans" cxnId="{0908B6DA-8D90-4A42-9B32-DCC8461D8451}">
      <dgm:prSet/>
      <dgm:spPr/>
      <dgm:t>
        <a:bodyPr/>
        <a:lstStyle/>
        <a:p>
          <a:endParaRPr lang="en-US" sz="1600"/>
        </a:p>
      </dgm:t>
    </dgm:pt>
    <dgm:pt modelId="{FC2BB514-AD65-4E4C-88AA-337D89C005A3}" type="sibTrans" cxnId="{0908B6DA-8D90-4A42-9B32-DCC8461D8451}">
      <dgm:prSet/>
      <dgm:spPr/>
      <dgm:t>
        <a:bodyPr/>
        <a:lstStyle/>
        <a:p>
          <a:endParaRPr lang="en-US" sz="1600"/>
        </a:p>
      </dgm:t>
    </dgm:pt>
    <dgm:pt modelId="{708C5803-7F2E-4824-B99E-FF1452757B39}">
      <dgm:prSet custT="1"/>
      <dgm:spPr/>
      <dgm:t>
        <a:bodyPr/>
        <a:lstStyle/>
        <a:p>
          <a:r>
            <a:rPr lang="en-US" sz="2400"/>
            <a:t>Only 1 subnet can be selected in an Availability Zone</a:t>
          </a:r>
        </a:p>
      </dgm:t>
    </dgm:pt>
    <dgm:pt modelId="{73E7E7D9-7529-4CCD-B1CE-F5675F313FA9}" type="parTrans" cxnId="{F406D9D1-C003-41DD-A928-D8A122062828}">
      <dgm:prSet/>
      <dgm:spPr/>
      <dgm:t>
        <a:bodyPr/>
        <a:lstStyle/>
        <a:p>
          <a:endParaRPr lang="en-US" sz="1600"/>
        </a:p>
      </dgm:t>
    </dgm:pt>
    <dgm:pt modelId="{837C00BD-5452-41CA-8788-95B5B39F7658}" type="sibTrans" cxnId="{F406D9D1-C003-41DD-A928-D8A122062828}">
      <dgm:prSet/>
      <dgm:spPr/>
      <dgm:t>
        <a:bodyPr/>
        <a:lstStyle/>
        <a:p>
          <a:endParaRPr lang="en-US" sz="1600"/>
        </a:p>
      </dgm:t>
    </dgm:pt>
    <dgm:pt modelId="{D72F406E-62B7-4045-9022-DC1295D7808C}">
      <dgm:prSet custT="1"/>
      <dgm:spPr/>
      <dgm:t>
        <a:bodyPr/>
        <a:lstStyle/>
        <a:p>
          <a:r>
            <a:rPr lang="en-US" sz="2400"/>
            <a:t>Also supports Ipv6 on the FrontENd of Loadbalancer</a:t>
          </a:r>
        </a:p>
      </dgm:t>
    </dgm:pt>
    <dgm:pt modelId="{185CAB3C-89FE-4322-ACD2-F28ACC29703B}" type="parTrans" cxnId="{041D15EF-DC2D-4D51-B502-7E80ABB6D8A6}">
      <dgm:prSet/>
      <dgm:spPr/>
      <dgm:t>
        <a:bodyPr/>
        <a:lstStyle/>
        <a:p>
          <a:endParaRPr lang="en-US" sz="1600"/>
        </a:p>
      </dgm:t>
    </dgm:pt>
    <dgm:pt modelId="{19D89D2F-8C90-480A-A1DF-BF90E91246D7}" type="sibTrans" cxnId="{041D15EF-DC2D-4D51-B502-7E80ABB6D8A6}">
      <dgm:prSet/>
      <dgm:spPr/>
      <dgm:t>
        <a:bodyPr/>
        <a:lstStyle/>
        <a:p>
          <a:endParaRPr lang="en-US" sz="1600"/>
        </a:p>
      </dgm:t>
    </dgm:pt>
    <dgm:pt modelId="{7656A580-038E-4583-B12E-0C5F1535190F}" type="pres">
      <dgm:prSet presAssocID="{D5FDDE8E-A813-4B1E-98DC-6AEAF928604C}" presName="linear" presStyleCnt="0">
        <dgm:presLayoutVars>
          <dgm:animLvl val="lvl"/>
          <dgm:resizeHandles val="exact"/>
        </dgm:presLayoutVars>
      </dgm:prSet>
      <dgm:spPr/>
    </dgm:pt>
    <dgm:pt modelId="{1F116851-C227-4ED9-9339-DBC17DD87197}" type="pres">
      <dgm:prSet presAssocID="{D034252A-2465-43FF-B4F9-C522DCEE694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2E02EBE-7B46-4037-9433-3ACE574EFC3D}" type="pres">
      <dgm:prSet presAssocID="{D034252A-2465-43FF-B4F9-C522DCEE6940}" presName="childText" presStyleLbl="revTx" presStyleIdx="0" presStyleCnt="2">
        <dgm:presLayoutVars>
          <dgm:bulletEnabled val="1"/>
        </dgm:presLayoutVars>
      </dgm:prSet>
      <dgm:spPr/>
    </dgm:pt>
    <dgm:pt modelId="{AF02DC4D-3B4A-4F05-9BFD-B10D7E0AFEB4}" type="pres">
      <dgm:prSet presAssocID="{B4B47916-0323-4CF7-8E8C-BA920A9C7CF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A9DF564-4E94-402F-B3FA-00034F2ADDF1}" type="pres">
      <dgm:prSet presAssocID="{B4B47916-0323-4CF7-8E8C-BA920A9C7CF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50FF1307-0A66-4AD7-B1B4-498035AF1F93}" type="presOf" srcId="{D034252A-2465-43FF-B4F9-C522DCEE6940}" destId="{1F116851-C227-4ED9-9339-DBC17DD87197}" srcOrd="0" destOrd="0" presId="urn:microsoft.com/office/officeart/2005/8/layout/vList2"/>
    <dgm:cxn modelId="{2D766010-61AD-49A1-B665-00748F8C170F}" type="presOf" srcId="{D5FDDE8E-A813-4B1E-98DC-6AEAF928604C}" destId="{7656A580-038E-4583-B12E-0C5F1535190F}" srcOrd="0" destOrd="0" presId="urn:microsoft.com/office/officeart/2005/8/layout/vList2"/>
    <dgm:cxn modelId="{C5C0EA17-383C-4D3B-9EAE-202B1E4D1831}" type="presOf" srcId="{B4B47916-0323-4CF7-8E8C-BA920A9C7CFF}" destId="{AF02DC4D-3B4A-4F05-9BFD-B10D7E0AFEB4}" srcOrd="0" destOrd="0" presId="urn:microsoft.com/office/officeart/2005/8/layout/vList2"/>
    <dgm:cxn modelId="{34F2561F-0532-476A-AE4E-A0231206E006}" type="presOf" srcId="{D72F406E-62B7-4045-9022-DC1295D7808C}" destId="{3A9DF564-4E94-402F-B3FA-00034F2ADDF1}" srcOrd="0" destOrd="1" presId="urn:microsoft.com/office/officeart/2005/8/layout/vList2"/>
    <dgm:cxn modelId="{DC3F203E-047C-45C2-983E-78970C4AA378}" srcId="{D5FDDE8E-A813-4B1E-98DC-6AEAF928604C}" destId="{D034252A-2465-43FF-B4F9-C522DCEE6940}" srcOrd="0" destOrd="0" parTransId="{1CAC87B9-5F68-41C3-8AC8-CDA639D3F74F}" sibTransId="{064DD42E-AD92-4823-9C77-56926F9FAE5B}"/>
    <dgm:cxn modelId="{2675A649-98AA-419A-BB16-9778DAB44F67}" type="presOf" srcId="{708C5803-7F2E-4824-B99E-FF1452757B39}" destId="{3A9DF564-4E94-402F-B3FA-00034F2ADDF1}" srcOrd="0" destOrd="0" presId="urn:microsoft.com/office/officeart/2005/8/layout/vList2"/>
    <dgm:cxn modelId="{00D072A7-3B29-4762-8F82-3E106285E359}" type="presOf" srcId="{3D87F4DF-F141-4A75-BBE4-B9BB76A2BEC2}" destId="{92E02EBE-7B46-4037-9433-3ACE574EFC3D}" srcOrd="0" destOrd="0" presId="urn:microsoft.com/office/officeart/2005/8/layout/vList2"/>
    <dgm:cxn modelId="{F406D9D1-C003-41DD-A928-D8A122062828}" srcId="{B4B47916-0323-4CF7-8E8C-BA920A9C7CFF}" destId="{708C5803-7F2E-4824-B99E-FF1452757B39}" srcOrd="0" destOrd="0" parTransId="{73E7E7D9-7529-4CCD-B1CE-F5675F313FA9}" sibTransId="{837C00BD-5452-41CA-8788-95B5B39F7658}"/>
    <dgm:cxn modelId="{0908B6DA-8D90-4A42-9B32-DCC8461D8451}" srcId="{D5FDDE8E-A813-4B1E-98DC-6AEAF928604C}" destId="{B4B47916-0323-4CF7-8E8C-BA920A9C7CFF}" srcOrd="1" destOrd="0" parTransId="{3E9D29E3-7996-4A4B-9F28-35EA74F18FF7}" sibTransId="{FC2BB514-AD65-4E4C-88AA-337D89C005A3}"/>
    <dgm:cxn modelId="{294990E5-AE8B-4919-9044-ACBE2E4B0594}" srcId="{D034252A-2465-43FF-B4F9-C522DCEE6940}" destId="{3D87F4DF-F141-4A75-BBE4-B9BB76A2BEC2}" srcOrd="0" destOrd="0" parTransId="{0E3DD703-26DA-4C0A-A5FA-9595B5CAFBEC}" sibTransId="{4936C8A6-3E8C-4B15-AF71-FFC03E0F95A4}"/>
    <dgm:cxn modelId="{041D15EF-DC2D-4D51-B502-7E80ABB6D8A6}" srcId="{B4B47916-0323-4CF7-8E8C-BA920A9C7CFF}" destId="{D72F406E-62B7-4045-9022-DC1295D7808C}" srcOrd="1" destOrd="0" parTransId="{185CAB3C-89FE-4322-ACD2-F28ACC29703B}" sibTransId="{19D89D2F-8C90-480A-A1DF-BF90E91246D7}"/>
    <dgm:cxn modelId="{05416A33-8713-47A8-B094-A322371EB351}" type="presParOf" srcId="{7656A580-038E-4583-B12E-0C5F1535190F}" destId="{1F116851-C227-4ED9-9339-DBC17DD87197}" srcOrd="0" destOrd="0" presId="urn:microsoft.com/office/officeart/2005/8/layout/vList2"/>
    <dgm:cxn modelId="{C65DB94E-D176-48B8-B700-7BF1C1B11E81}" type="presParOf" srcId="{7656A580-038E-4583-B12E-0C5F1535190F}" destId="{92E02EBE-7B46-4037-9433-3ACE574EFC3D}" srcOrd="1" destOrd="0" presId="urn:microsoft.com/office/officeart/2005/8/layout/vList2"/>
    <dgm:cxn modelId="{21A08FEE-EA67-4232-8ACC-0E8774285C5E}" type="presParOf" srcId="{7656A580-038E-4583-B12E-0C5F1535190F}" destId="{AF02DC4D-3B4A-4F05-9BFD-B10D7E0AFEB4}" srcOrd="2" destOrd="0" presId="urn:microsoft.com/office/officeart/2005/8/layout/vList2"/>
    <dgm:cxn modelId="{CB87B9F2-AD08-43FF-B373-FB2D9B49A902}" type="presParOf" srcId="{7656A580-038E-4583-B12E-0C5F1535190F}" destId="{3A9DF564-4E94-402F-B3FA-00034F2ADDF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6EBD241-3C99-49AE-B797-FECC94877726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E7B323D-2BC1-4C21-BD8C-39E0D888A0C4}">
      <dgm:prSet custT="1"/>
      <dgm:spPr/>
      <dgm:t>
        <a:bodyPr/>
        <a:lstStyle/>
        <a:p>
          <a:r>
            <a:rPr lang="en-US" sz="4400" dirty="0"/>
            <a:t>4 Sub steps</a:t>
          </a:r>
        </a:p>
      </dgm:t>
    </dgm:pt>
    <dgm:pt modelId="{F1593681-2659-4BFD-AC29-95FA0EB2F8F4}" type="parTrans" cxnId="{B905A7CA-1FC4-41C9-84AE-0D3EF1CC724F}">
      <dgm:prSet/>
      <dgm:spPr/>
      <dgm:t>
        <a:bodyPr/>
        <a:lstStyle/>
        <a:p>
          <a:endParaRPr lang="en-US"/>
        </a:p>
      </dgm:t>
    </dgm:pt>
    <dgm:pt modelId="{1FD22C86-2F5C-4305-BFB6-25DCAE8034A5}" type="sibTrans" cxnId="{B905A7CA-1FC4-41C9-84AE-0D3EF1CC724F}">
      <dgm:prSet/>
      <dgm:spPr/>
      <dgm:t>
        <a:bodyPr/>
        <a:lstStyle/>
        <a:p>
          <a:endParaRPr lang="en-US"/>
        </a:p>
      </dgm:t>
    </dgm:pt>
    <dgm:pt modelId="{77729376-D804-4381-83BE-02FDCC41A5B1}">
      <dgm:prSet/>
      <dgm:spPr/>
      <dgm:t>
        <a:bodyPr/>
        <a:lstStyle/>
        <a:p>
          <a:r>
            <a:rPr lang="en-US"/>
            <a:t>Sub-Step1: Configure Load Balancer</a:t>
          </a:r>
        </a:p>
      </dgm:t>
    </dgm:pt>
    <dgm:pt modelId="{CA36F998-5D4E-42D9-9F7A-CE5C6FFF5113}" type="parTrans" cxnId="{0F2C60E8-AE03-4758-9933-759C4C162E2A}">
      <dgm:prSet/>
      <dgm:spPr/>
      <dgm:t>
        <a:bodyPr/>
        <a:lstStyle/>
        <a:p>
          <a:endParaRPr lang="en-US"/>
        </a:p>
      </dgm:t>
    </dgm:pt>
    <dgm:pt modelId="{D2D469A1-CEDC-41C8-888F-CF200B33C4D8}" type="sibTrans" cxnId="{0F2C60E8-AE03-4758-9933-759C4C162E2A}">
      <dgm:prSet/>
      <dgm:spPr/>
      <dgm:t>
        <a:bodyPr/>
        <a:lstStyle/>
        <a:p>
          <a:endParaRPr lang="en-US"/>
        </a:p>
      </dgm:t>
    </dgm:pt>
    <dgm:pt modelId="{E73EFA58-0F80-4B40-9439-66225A2580F1}">
      <dgm:prSet/>
      <dgm:spPr/>
      <dgm:t>
        <a:bodyPr/>
        <a:lstStyle/>
        <a:p>
          <a:r>
            <a:rPr lang="en-US"/>
            <a:t>Sub-Step2: Security Group</a:t>
          </a:r>
        </a:p>
      </dgm:t>
    </dgm:pt>
    <dgm:pt modelId="{F9A849B6-40A1-44CB-9E77-A709D33C7EEB}" type="parTrans" cxnId="{496BFA29-74BE-4672-A0F9-12D1899C3420}">
      <dgm:prSet/>
      <dgm:spPr/>
      <dgm:t>
        <a:bodyPr/>
        <a:lstStyle/>
        <a:p>
          <a:endParaRPr lang="en-US"/>
        </a:p>
      </dgm:t>
    </dgm:pt>
    <dgm:pt modelId="{14B974B5-30CD-41E9-9999-6A26F1BA0DD0}" type="sibTrans" cxnId="{496BFA29-74BE-4672-A0F9-12D1899C3420}">
      <dgm:prSet/>
      <dgm:spPr/>
      <dgm:t>
        <a:bodyPr/>
        <a:lstStyle/>
        <a:p>
          <a:endParaRPr lang="en-US"/>
        </a:p>
      </dgm:t>
    </dgm:pt>
    <dgm:pt modelId="{3AB6E711-B876-46B6-95FA-A0AC8A84B54D}">
      <dgm:prSet/>
      <dgm:spPr/>
      <dgm:t>
        <a:bodyPr/>
        <a:lstStyle/>
        <a:p>
          <a:r>
            <a:rPr lang="en-US"/>
            <a:t>Sub-Step3: Configure Routing</a:t>
          </a:r>
        </a:p>
      </dgm:t>
    </dgm:pt>
    <dgm:pt modelId="{6894BD7B-68B0-46DF-92B5-9E1DCD54FD17}" type="parTrans" cxnId="{91A81817-FBF2-46D5-A1C8-ED74B389C967}">
      <dgm:prSet/>
      <dgm:spPr/>
      <dgm:t>
        <a:bodyPr/>
        <a:lstStyle/>
        <a:p>
          <a:endParaRPr lang="en-US"/>
        </a:p>
      </dgm:t>
    </dgm:pt>
    <dgm:pt modelId="{3E2DF5D0-3C48-4600-BC9C-C83337F8A66C}" type="sibTrans" cxnId="{91A81817-FBF2-46D5-A1C8-ED74B389C967}">
      <dgm:prSet/>
      <dgm:spPr/>
      <dgm:t>
        <a:bodyPr/>
        <a:lstStyle/>
        <a:p>
          <a:endParaRPr lang="en-US"/>
        </a:p>
      </dgm:t>
    </dgm:pt>
    <dgm:pt modelId="{D67BFA55-1D5B-4A20-9963-A71F2001A73F}">
      <dgm:prSet/>
      <dgm:spPr/>
      <dgm:t>
        <a:bodyPr/>
        <a:lstStyle/>
        <a:p>
          <a:r>
            <a:rPr lang="en-US"/>
            <a:t>Sub-Step4: Register Target</a:t>
          </a:r>
        </a:p>
      </dgm:t>
    </dgm:pt>
    <dgm:pt modelId="{D73FEA9C-9CDC-4DC5-8136-CE7E9794190F}" type="parTrans" cxnId="{2A5422E2-3A16-48FB-B494-1C745F252AB0}">
      <dgm:prSet/>
      <dgm:spPr/>
      <dgm:t>
        <a:bodyPr/>
        <a:lstStyle/>
        <a:p>
          <a:endParaRPr lang="en-US"/>
        </a:p>
      </dgm:t>
    </dgm:pt>
    <dgm:pt modelId="{0EAB050C-7EE6-4D4D-9059-4B2C23C01858}" type="sibTrans" cxnId="{2A5422E2-3A16-48FB-B494-1C745F252AB0}">
      <dgm:prSet/>
      <dgm:spPr/>
      <dgm:t>
        <a:bodyPr/>
        <a:lstStyle/>
        <a:p>
          <a:endParaRPr lang="en-US"/>
        </a:p>
      </dgm:t>
    </dgm:pt>
    <dgm:pt modelId="{3A7D612F-3BBE-461E-A8DD-90B47DCEBD43}" type="pres">
      <dgm:prSet presAssocID="{B6EBD241-3C99-49AE-B797-FECC94877726}" presName="vert0" presStyleCnt="0">
        <dgm:presLayoutVars>
          <dgm:dir/>
          <dgm:animOne val="branch"/>
          <dgm:animLvl val="lvl"/>
        </dgm:presLayoutVars>
      </dgm:prSet>
      <dgm:spPr/>
    </dgm:pt>
    <dgm:pt modelId="{9D14DBE1-185E-4030-B068-BCFB5B6F17B4}" type="pres">
      <dgm:prSet presAssocID="{EE7B323D-2BC1-4C21-BD8C-39E0D888A0C4}" presName="thickLine" presStyleLbl="alignNode1" presStyleIdx="0" presStyleCnt="1"/>
      <dgm:spPr/>
    </dgm:pt>
    <dgm:pt modelId="{A916930C-F43F-4687-84E8-99B6CD0CE44B}" type="pres">
      <dgm:prSet presAssocID="{EE7B323D-2BC1-4C21-BD8C-39E0D888A0C4}" presName="horz1" presStyleCnt="0"/>
      <dgm:spPr/>
    </dgm:pt>
    <dgm:pt modelId="{5CF662DD-3CF2-44B6-8C13-7A236535E534}" type="pres">
      <dgm:prSet presAssocID="{EE7B323D-2BC1-4C21-BD8C-39E0D888A0C4}" presName="tx1" presStyleLbl="revTx" presStyleIdx="0" presStyleCnt="5" custScaleX="202622"/>
      <dgm:spPr/>
    </dgm:pt>
    <dgm:pt modelId="{0E505EFB-366B-4E4D-AF6B-D0243A5E2391}" type="pres">
      <dgm:prSet presAssocID="{EE7B323D-2BC1-4C21-BD8C-39E0D888A0C4}" presName="vert1" presStyleCnt="0"/>
      <dgm:spPr/>
    </dgm:pt>
    <dgm:pt modelId="{EB4C7A75-BFA5-4ADE-8D8D-299DE9100409}" type="pres">
      <dgm:prSet presAssocID="{77729376-D804-4381-83BE-02FDCC41A5B1}" presName="vertSpace2a" presStyleCnt="0"/>
      <dgm:spPr/>
    </dgm:pt>
    <dgm:pt modelId="{2B38C173-998C-4FCE-89B1-A2FC1D8F42CA}" type="pres">
      <dgm:prSet presAssocID="{77729376-D804-4381-83BE-02FDCC41A5B1}" presName="horz2" presStyleCnt="0"/>
      <dgm:spPr/>
    </dgm:pt>
    <dgm:pt modelId="{5E5F8054-6FD9-40A6-9950-8BCC357711AD}" type="pres">
      <dgm:prSet presAssocID="{77729376-D804-4381-83BE-02FDCC41A5B1}" presName="horzSpace2" presStyleCnt="0"/>
      <dgm:spPr/>
    </dgm:pt>
    <dgm:pt modelId="{072D500A-A2E3-45C6-BDF8-1B575824208B}" type="pres">
      <dgm:prSet presAssocID="{77729376-D804-4381-83BE-02FDCC41A5B1}" presName="tx2" presStyleLbl="revTx" presStyleIdx="1" presStyleCnt="5"/>
      <dgm:spPr/>
    </dgm:pt>
    <dgm:pt modelId="{679ADC08-8D9E-43ED-BAB5-8732773DEB5A}" type="pres">
      <dgm:prSet presAssocID="{77729376-D804-4381-83BE-02FDCC41A5B1}" presName="vert2" presStyleCnt="0"/>
      <dgm:spPr/>
    </dgm:pt>
    <dgm:pt modelId="{32A2EBA8-2AF3-41BE-9AE6-94D6A5317CE8}" type="pres">
      <dgm:prSet presAssocID="{77729376-D804-4381-83BE-02FDCC41A5B1}" presName="thinLine2b" presStyleLbl="callout" presStyleIdx="0" presStyleCnt="4"/>
      <dgm:spPr/>
    </dgm:pt>
    <dgm:pt modelId="{C3AC4F50-84D1-4B2F-8106-47406270AB80}" type="pres">
      <dgm:prSet presAssocID="{77729376-D804-4381-83BE-02FDCC41A5B1}" presName="vertSpace2b" presStyleCnt="0"/>
      <dgm:spPr/>
    </dgm:pt>
    <dgm:pt modelId="{3013B3E8-8E11-41F5-B91D-F09C3D0B6D01}" type="pres">
      <dgm:prSet presAssocID="{E73EFA58-0F80-4B40-9439-66225A2580F1}" presName="horz2" presStyleCnt="0"/>
      <dgm:spPr/>
    </dgm:pt>
    <dgm:pt modelId="{45225602-248A-425E-9696-DE6869B00537}" type="pres">
      <dgm:prSet presAssocID="{E73EFA58-0F80-4B40-9439-66225A2580F1}" presName="horzSpace2" presStyleCnt="0"/>
      <dgm:spPr/>
    </dgm:pt>
    <dgm:pt modelId="{A65A269E-93E8-4BA0-9886-0D346D69EA2A}" type="pres">
      <dgm:prSet presAssocID="{E73EFA58-0F80-4B40-9439-66225A2580F1}" presName="tx2" presStyleLbl="revTx" presStyleIdx="2" presStyleCnt="5"/>
      <dgm:spPr/>
    </dgm:pt>
    <dgm:pt modelId="{0181A008-603D-4963-9FA4-05AEDB85C89B}" type="pres">
      <dgm:prSet presAssocID="{E73EFA58-0F80-4B40-9439-66225A2580F1}" presName="vert2" presStyleCnt="0"/>
      <dgm:spPr/>
    </dgm:pt>
    <dgm:pt modelId="{2AC3D4A5-C362-43DD-8BE0-6C171F496B35}" type="pres">
      <dgm:prSet presAssocID="{E73EFA58-0F80-4B40-9439-66225A2580F1}" presName="thinLine2b" presStyleLbl="callout" presStyleIdx="1" presStyleCnt="4"/>
      <dgm:spPr/>
    </dgm:pt>
    <dgm:pt modelId="{F977C5EE-DC6F-4261-8BE0-A54BE9075FC9}" type="pres">
      <dgm:prSet presAssocID="{E73EFA58-0F80-4B40-9439-66225A2580F1}" presName="vertSpace2b" presStyleCnt="0"/>
      <dgm:spPr/>
    </dgm:pt>
    <dgm:pt modelId="{B89BF758-216A-47B5-94A9-D7C0F30D4235}" type="pres">
      <dgm:prSet presAssocID="{3AB6E711-B876-46B6-95FA-A0AC8A84B54D}" presName="horz2" presStyleCnt="0"/>
      <dgm:spPr/>
    </dgm:pt>
    <dgm:pt modelId="{D7438ED0-5927-4A06-88FA-4542864569BD}" type="pres">
      <dgm:prSet presAssocID="{3AB6E711-B876-46B6-95FA-A0AC8A84B54D}" presName="horzSpace2" presStyleCnt="0"/>
      <dgm:spPr/>
    </dgm:pt>
    <dgm:pt modelId="{9C994DCA-1FBC-4AF8-AFC5-6B8A42D1E51F}" type="pres">
      <dgm:prSet presAssocID="{3AB6E711-B876-46B6-95FA-A0AC8A84B54D}" presName="tx2" presStyleLbl="revTx" presStyleIdx="3" presStyleCnt="5"/>
      <dgm:spPr/>
    </dgm:pt>
    <dgm:pt modelId="{524DBDA8-1896-4246-BB18-0650272E10B4}" type="pres">
      <dgm:prSet presAssocID="{3AB6E711-B876-46B6-95FA-A0AC8A84B54D}" presName="vert2" presStyleCnt="0"/>
      <dgm:spPr/>
    </dgm:pt>
    <dgm:pt modelId="{C35A5132-1BA4-44B4-A7B5-1BA588417DCC}" type="pres">
      <dgm:prSet presAssocID="{3AB6E711-B876-46B6-95FA-A0AC8A84B54D}" presName="thinLine2b" presStyleLbl="callout" presStyleIdx="2" presStyleCnt="4"/>
      <dgm:spPr/>
    </dgm:pt>
    <dgm:pt modelId="{7C78F681-EB58-4087-8BEF-1F76DBCDC4E3}" type="pres">
      <dgm:prSet presAssocID="{3AB6E711-B876-46B6-95FA-A0AC8A84B54D}" presName="vertSpace2b" presStyleCnt="0"/>
      <dgm:spPr/>
    </dgm:pt>
    <dgm:pt modelId="{77CEC14F-EDB5-49B6-8B18-A80D5071DD08}" type="pres">
      <dgm:prSet presAssocID="{D67BFA55-1D5B-4A20-9963-A71F2001A73F}" presName="horz2" presStyleCnt="0"/>
      <dgm:spPr/>
    </dgm:pt>
    <dgm:pt modelId="{A5503537-3544-4331-A17D-8A4A78441112}" type="pres">
      <dgm:prSet presAssocID="{D67BFA55-1D5B-4A20-9963-A71F2001A73F}" presName="horzSpace2" presStyleCnt="0"/>
      <dgm:spPr/>
    </dgm:pt>
    <dgm:pt modelId="{61EFFA8E-07E3-4DE7-9280-D4170400860E}" type="pres">
      <dgm:prSet presAssocID="{D67BFA55-1D5B-4A20-9963-A71F2001A73F}" presName="tx2" presStyleLbl="revTx" presStyleIdx="4" presStyleCnt="5"/>
      <dgm:spPr/>
    </dgm:pt>
    <dgm:pt modelId="{EF80F49C-493D-44B9-A2BC-A64FC5D63420}" type="pres">
      <dgm:prSet presAssocID="{D67BFA55-1D5B-4A20-9963-A71F2001A73F}" presName="vert2" presStyleCnt="0"/>
      <dgm:spPr/>
    </dgm:pt>
    <dgm:pt modelId="{61C91C1B-7A59-442D-9B67-2027AC36EA6D}" type="pres">
      <dgm:prSet presAssocID="{D67BFA55-1D5B-4A20-9963-A71F2001A73F}" presName="thinLine2b" presStyleLbl="callout" presStyleIdx="3" presStyleCnt="4"/>
      <dgm:spPr/>
    </dgm:pt>
    <dgm:pt modelId="{7C9B63DA-A9A1-413F-AC59-8D0BEDA95751}" type="pres">
      <dgm:prSet presAssocID="{D67BFA55-1D5B-4A20-9963-A71F2001A73F}" presName="vertSpace2b" presStyleCnt="0"/>
      <dgm:spPr/>
    </dgm:pt>
  </dgm:ptLst>
  <dgm:cxnLst>
    <dgm:cxn modelId="{0337FD12-3825-43F7-BA42-2DA6977E0ABB}" type="presOf" srcId="{B6EBD241-3C99-49AE-B797-FECC94877726}" destId="{3A7D612F-3BBE-461E-A8DD-90B47DCEBD43}" srcOrd="0" destOrd="0" presId="urn:microsoft.com/office/officeart/2008/layout/LinedList"/>
    <dgm:cxn modelId="{91A81817-FBF2-46D5-A1C8-ED74B389C967}" srcId="{EE7B323D-2BC1-4C21-BD8C-39E0D888A0C4}" destId="{3AB6E711-B876-46B6-95FA-A0AC8A84B54D}" srcOrd="2" destOrd="0" parTransId="{6894BD7B-68B0-46DF-92B5-9E1DCD54FD17}" sibTransId="{3E2DF5D0-3C48-4600-BC9C-C83337F8A66C}"/>
    <dgm:cxn modelId="{CA71CA26-2CD5-4855-ADB2-530B246C66E5}" type="presOf" srcId="{77729376-D804-4381-83BE-02FDCC41A5B1}" destId="{072D500A-A2E3-45C6-BDF8-1B575824208B}" srcOrd="0" destOrd="0" presId="urn:microsoft.com/office/officeart/2008/layout/LinedList"/>
    <dgm:cxn modelId="{496BFA29-74BE-4672-A0F9-12D1899C3420}" srcId="{EE7B323D-2BC1-4C21-BD8C-39E0D888A0C4}" destId="{E73EFA58-0F80-4B40-9439-66225A2580F1}" srcOrd="1" destOrd="0" parTransId="{F9A849B6-40A1-44CB-9E77-A709D33C7EEB}" sibTransId="{14B974B5-30CD-41E9-9999-6A26F1BA0DD0}"/>
    <dgm:cxn modelId="{B3C073A5-C53F-48F8-BE67-A0D614E9E095}" type="presOf" srcId="{EE7B323D-2BC1-4C21-BD8C-39E0D888A0C4}" destId="{5CF662DD-3CF2-44B6-8C13-7A236535E534}" srcOrd="0" destOrd="0" presId="urn:microsoft.com/office/officeart/2008/layout/LinedList"/>
    <dgm:cxn modelId="{14603BBC-AA67-4957-A34E-33C719F2C5F1}" type="presOf" srcId="{3AB6E711-B876-46B6-95FA-A0AC8A84B54D}" destId="{9C994DCA-1FBC-4AF8-AFC5-6B8A42D1E51F}" srcOrd="0" destOrd="0" presId="urn:microsoft.com/office/officeart/2008/layout/LinedList"/>
    <dgm:cxn modelId="{B905A7CA-1FC4-41C9-84AE-0D3EF1CC724F}" srcId="{B6EBD241-3C99-49AE-B797-FECC94877726}" destId="{EE7B323D-2BC1-4C21-BD8C-39E0D888A0C4}" srcOrd="0" destOrd="0" parTransId="{F1593681-2659-4BFD-AC29-95FA0EB2F8F4}" sibTransId="{1FD22C86-2F5C-4305-BFB6-25DCAE8034A5}"/>
    <dgm:cxn modelId="{2A5422E2-3A16-48FB-B494-1C745F252AB0}" srcId="{EE7B323D-2BC1-4C21-BD8C-39E0D888A0C4}" destId="{D67BFA55-1D5B-4A20-9963-A71F2001A73F}" srcOrd="3" destOrd="0" parTransId="{D73FEA9C-9CDC-4DC5-8136-CE7E9794190F}" sibTransId="{0EAB050C-7EE6-4D4D-9059-4B2C23C01858}"/>
    <dgm:cxn modelId="{EC76FFE5-E80A-45A0-BAA7-A8A0301E9DE2}" type="presOf" srcId="{E73EFA58-0F80-4B40-9439-66225A2580F1}" destId="{A65A269E-93E8-4BA0-9886-0D346D69EA2A}" srcOrd="0" destOrd="0" presId="urn:microsoft.com/office/officeart/2008/layout/LinedList"/>
    <dgm:cxn modelId="{69D4BAE7-8AF6-4D8B-9B27-8C1965F57596}" type="presOf" srcId="{D67BFA55-1D5B-4A20-9963-A71F2001A73F}" destId="{61EFFA8E-07E3-4DE7-9280-D4170400860E}" srcOrd="0" destOrd="0" presId="urn:microsoft.com/office/officeart/2008/layout/LinedList"/>
    <dgm:cxn modelId="{0F2C60E8-AE03-4758-9933-759C4C162E2A}" srcId="{EE7B323D-2BC1-4C21-BD8C-39E0D888A0C4}" destId="{77729376-D804-4381-83BE-02FDCC41A5B1}" srcOrd="0" destOrd="0" parTransId="{CA36F998-5D4E-42D9-9F7A-CE5C6FFF5113}" sibTransId="{D2D469A1-CEDC-41C8-888F-CF200B33C4D8}"/>
    <dgm:cxn modelId="{DE35437F-1A04-4FC9-BE97-DDA0B51146FF}" type="presParOf" srcId="{3A7D612F-3BBE-461E-A8DD-90B47DCEBD43}" destId="{9D14DBE1-185E-4030-B068-BCFB5B6F17B4}" srcOrd="0" destOrd="0" presId="urn:microsoft.com/office/officeart/2008/layout/LinedList"/>
    <dgm:cxn modelId="{60A4074E-7D6B-44A6-BCB7-EFC0EDD26F15}" type="presParOf" srcId="{3A7D612F-3BBE-461E-A8DD-90B47DCEBD43}" destId="{A916930C-F43F-4687-84E8-99B6CD0CE44B}" srcOrd="1" destOrd="0" presId="urn:microsoft.com/office/officeart/2008/layout/LinedList"/>
    <dgm:cxn modelId="{A7903E1D-27E7-4511-B95A-4F742207BAAE}" type="presParOf" srcId="{A916930C-F43F-4687-84E8-99B6CD0CE44B}" destId="{5CF662DD-3CF2-44B6-8C13-7A236535E534}" srcOrd="0" destOrd="0" presId="urn:microsoft.com/office/officeart/2008/layout/LinedList"/>
    <dgm:cxn modelId="{4B36A481-DD28-4174-A27E-AA56CD5B8436}" type="presParOf" srcId="{A916930C-F43F-4687-84E8-99B6CD0CE44B}" destId="{0E505EFB-366B-4E4D-AF6B-D0243A5E2391}" srcOrd="1" destOrd="0" presId="urn:microsoft.com/office/officeart/2008/layout/LinedList"/>
    <dgm:cxn modelId="{F1C02DB1-BB57-4A39-A900-855E89ACDEEB}" type="presParOf" srcId="{0E505EFB-366B-4E4D-AF6B-D0243A5E2391}" destId="{EB4C7A75-BFA5-4ADE-8D8D-299DE9100409}" srcOrd="0" destOrd="0" presId="urn:microsoft.com/office/officeart/2008/layout/LinedList"/>
    <dgm:cxn modelId="{5188FF5D-7F8E-447A-8DF9-21218AE62ECB}" type="presParOf" srcId="{0E505EFB-366B-4E4D-AF6B-D0243A5E2391}" destId="{2B38C173-998C-4FCE-89B1-A2FC1D8F42CA}" srcOrd="1" destOrd="0" presId="urn:microsoft.com/office/officeart/2008/layout/LinedList"/>
    <dgm:cxn modelId="{08A715C8-2B44-4E66-AC6B-59ED3B478319}" type="presParOf" srcId="{2B38C173-998C-4FCE-89B1-A2FC1D8F42CA}" destId="{5E5F8054-6FD9-40A6-9950-8BCC357711AD}" srcOrd="0" destOrd="0" presId="urn:microsoft.com/office/officeart/2008/layout/LinedList"/>
    <dgm:cxn modelId="{32D638AA-3FF9-4821-B451-89204A97F086}" type="presParOf" srcId="{2B38C173-998C-4FCE-89B1-A2FC1D8F42CA}" destId="{072D500A-A2E3-45C6-BDF8-1B575824208B}" srcOrd="1" destOrd="0" presId="urn:microsoft.com/office/officeart/2008/layout/LinedList"/>
    <dgm:cxn modelId="{EA4090BB-BE0F-4759-B35B-F4AE6FAFD650}" type="presParOf" srcId="{2B38C173-998C-4FCE-89B1-A2FC1D8F42CA}" destId="{679ADC08-8D9E-43ED-BAB5-8732773DEB5A}" srcOrd="2" destOrd="0" presId="urn:microsoft.com/office/officeart/2008/layout/LinedList"/>
    <dgm:cxn modelId="{AAD367CD-CA12-4DAA-8377-156E47F2B867}" type="presParOf" srcId="{0E505EFB-366B-4E4D-AF6B-D0243A5E2391}" destId="{32A2EBA8-2AF3-41BE-9AE6-94D6A5317CE8}" srcOrd="2" destOrd="0" presId="urn:microsoft.com/office/officeart/2008/layout/LinedList"/>
    <dgm:cxn modelId="{7344A9F5-966F-45C0-BBF9-2A2BF12526A6}" type="presParOf" srcId="{0E505EFB-366B-4E4D-AF6B-D0243A5E2391}" destId="{C3AC4F50-84D1-4B2F-8106-47406270AB80}" srcOrd="3" destOrd="0" presId="urn:microsoft.com/office/officeart/2008/layout/LinedList"/>
    <dgm:cxn modelId="{5082388D-32A4-4E42-B32A-967FD1F29768}" type="presParOf" srcId="{0E505EFB-366B-4E4D-AF6B-D0243A5E2391}" destId="{3013B3E8-8E11-41F5-B91D-F09C3D0B6D01}" srcOrd="4" destOrd="0" presId="urn:microsoft.com/office/officeart/2008/layout/LinedList"/>
    <dgm:cxn modelId="{F98C5A7F-3E81-439D-8399-26A9ADF9567B}" type="presParOf" srcId="{3013B3E8-8E11-41F5-B91D-F09C3D0B6D01}" destId="{45225602-248A-425E-9696-DE6869B00537}" srcOrd="0" destOrd="0" presId="urn:microsoft.com/office/officeart/2008/layout/LinedList"/>
    <dgm:cxn modelId="{FA14F0CC-2501-4935-8F5A-C23E03844ABD}" type="presParOf" srcId="{3013B3E8-8E11-41F5-B91D-F09C3D0B6D01}" destId="{A65A269E-93E8-4BA0-9886-0D346D69EA2A}" srcOrd="1" destOrd="0" presId="urn:microsoft.com/office/officeart/2008/layout/LinedList"/>
    <dgm:cxn modelId="{7A64F9B8-C0C1-4046-9136-7734BCE63A30}" type="presParOf" srcId="{3013B3E8-8E11-41F5-B91D-F09C3D0B6D01}" destId="{0181A008-603D-4963-9FA4-05AEDB85C89B}" srcOrd="2" destOrd="0" presId="urn:microsoft.com/office/officeart/2008/layout/LinedList"/>
    <dgm:cxn modelId="{4AAE9977-353D-418C-BABC-B606A5435BED}" type="presParOf" srcId="{0E505EFB-366B-4E4D-AF6B-D0243A5E2391}" destId="{2AC3D4A5-C362-43DD-8BE0-6C171F496B35}" srcOrd="5" destOrd="0" presId="urn:microsoft.com/office/officeart/2008/layout/LinedList"/>
    <dgm:cxn modelId="{CC6ABCBB-5DF9-4E87-A1A7-ABCB3AFDF162}" type="presParOf" srcId="{0E505EFB-366B-4E4D-AF6B-D0243A5E2391}" destId="{F977C5EE-DC6F-4261-8BE0-A54BE9075FC9}" srcOrd="6" destOrd="0" presId="urn:microsoft.com/office/officeart/2008/layout/LinedList"/>
    <dgm:cxn modelId="{2496F7CE-1FA2-4608-9134-198346FBFC12}" type="presParOf" srcId="{0E505EFB-366B-4E4D-AF6B-D0243A5E2391}" destId="{B89BF758-216A-47B5-94A9-D7C0F30D4235}" srcOrd="7" destOrd="0" presId="urn:microsoft.com/office/officeart/2008/layout/LinedList"/>
    <dgm:cxn modelId="{27ADA511-D61C-43B0-ACB0-2B481D1E78CC}" type="presParOf" srcId="{B89BF758-216A-47B5-94A9-D7C0F30D4235}" destId="{D7438ED0-5927-4A06-88FA-4542864569BD}" srcOrd="0" destOrd="0" presId="urn:microsoft.com/office/officeart/2008/layout/LinedList"/>
    <dgm:cxn modelId="{CBDD78CE-D95F-4D08-9D55-937ED3D8B3DA}" type="presParOf" srcId="{B89BF758-216A-47B5-94A9-D7C0F30D4235}" destId="{9C994DCA-1FBC-4AF8-AFC5-6B8A42D1E51F}" srcOrd="1" destOrd="0" presId="urn:microsoft.com/office/officeart/2008/layout/LinedList"/>
    <dgm:cxn modelId="{A176A07A-C45B-45DE-819A-BF121BA91701}" type="presParOf" srcId="{B89BF758-216A-47B5-94A9-D7C0F30D4235}" destId="{524DBDA8-1896-4246-BB18-0650272E10B4}" srcOrd="2" destOrd="0" presId="urn:microsoft.com/office/officeart/2008/layout/LinedList"/>
    <dgm:cxn modelId="{B67BF396-E632-4B96-A6D8-CD6BC9AA8134}" type="presParOf" srcId="{0E505EFB-366B-4E4D-AF6B-D0243A5E2391}" destId="{C35A5132-1BA4-44B4-A7B5-1BA588417DCC}" srcOrd="8" destOrd="0" presId="urn:microsoft.com/office/officeart/2008/layout/LinedList"/>
    <dgm:cxn modelId="{3148A3E0-E1A4-4349-BB46-3ED6BC8FBA0D}" type="presParOf" srcId="{0E505EFB-366B-4E4D-AF6B-D0243A5E2391}" destId="{7C78F681-EB58-4087-8BEF-1F76DBCDC4E3}" srcOrd="9" destOrd="0" presId="urn:microsoft.com/office/officeart/2008/layout/LinedList"/>
    <dgm:cxn modelId="{145DF197-11BD-4D62-92DD-98627EE3C1B8}" type="presParOf" srcId="{0E505EFB-366B-4E4D-AF6B-D0243A5E2391}" destId="{77CEC14F-EDB5-49B6-8B18-A80D5071DD08}" srcOrd="10" destOrd="0" presId="urn:microsoft.com/office/officeart/2008/layout/LinedList"/>
    <dgm:cxn modelId="{2D8F824F-C6EC-4DCB-9D62-6C25C2E61289}" type="presParOf" srcId="{77CEC14F-EDB5-49B6-8B18-A80D5071DD08}" destId="{A5503537-3544-4331-A17D-8A4A78441112}" srcOrd="0" destOrd="0" presId="urn:microsoft.com/office/officeart/2008/layout/LinedList"/>
    <dgm:cxn modelId="{6829A747-FFFA-4AFB-AA78-C178749BAB9E}" type="presParOf" srcId="{77CEC14F-EDB5-49B6-8B18-A80D5071DD08}" destId="{61EFFA8E-07E3-4DE7-9280-D4170400860E}" srcOrd="1" destOrd="0" presId="urn:microsoft.com/office/officeart/2008/layout/LinedList"/>
    <dgm:cxn modelId="{0DDCB011-9BAA-4D56-9FEE-3F2D12CBCEF8}" type="presParOf" srcId="{77CEC14F-EDB5-49B6-8B18-A80D5071DD08}" destId="{EF80F49C-493D-44B9-A2BC-A64FC5D63420}" srcOrd="2" destOrd="0" presId="urn:microsoft.com/office/officeart/2008/layout/LinedList"/>
    <dgm:cxn modelId="{00DD73EA-A5A8-4B23-A72A-FCA931F0DFC3}" type="presParOf" srcId="{0E505EFB-366B-4E4D-AF6B-D0243A5E2391}" destId="{61C91C1B-7A59-442D-9B67-2027AC36EA6D}" srcOrd="11" destOrd="0" presId="urn:microsoft.com/office/officeart/2008/layout/LinedList"/>
    <dgm:cxn modelId="{6BED61F8-B34D-4C2C-805A-97B460FB7E0B}" type="presParOf" srcId="{0E505EFB-366B-4E4D-AF6B-D0243A5E2391}" destId="{7C9B63DA-A9A1-413F-AC59-8D0BEDA95751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FEC5D4F-ADA0-449B-BDC4-D07092242043}" type="doc">
      <dgm:prSet loTypeId="urn:microsoft.com/office/officeart/2005/8/layout/chevron1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994C04C-6134-44B2-8AC1-A547AF370803}">
      <dgm:prSet/>
      <dgm:spPr/>
      <dgm:t>
        <a:bodyPr/>
        <a:lstStyle/>
        <a:p>
          <a:r>
            <a:rPr lang="en-US"/>
            <a:t>Front End </a:t>
          </a:r>
        </a:p>
      </dgm:t>
    </dgm:pt>
    <dgm:pt modelId="{EE3BA527-4D08-4843-9553-3D56C3E71ECE}" type="parTrans" cxnId="{C75800F8-147D-43B9-BA38-2A9F99A53AF3}">
      <dgm:prSet/>
      <dgm:spPr/>
      <dgm:t>
        <a:bodyPr/>
        <a:lstStyle/>
        <a:p>
          <a:endParaRPr lang="en-US"/>
        </a:p>
      </dgm:t>
    </dgm:pt>
    <dgm:pt modelId="{14808D38-7EB8-4EE3-BD9A-2FAA2FE28C02}" type="sibTrans" cxnId="{C75800F8-147D-43B9-BA38-2A9F99A53AF3}">
      <dgm:prSet/>
      <dgm:spPr/>
      <dgm:t>
        <a:bodyPr/>
        <a:lstStyle/>
        <a:p>
          <a:endParaRPr lang="en-US"/>
        </a:p>
      </dgm:t>
    </dgm:pt>
    <dgm:pt modelId="{E6E456C9-40F8-4659-BB3D-3F58963AEFAC}">
      <dgm:prSet/>
      <dgm:spPr/>
      <dgm:t>
        <a:bodyPr/>
        <a:lstStyle/>
        <a:p>
          <a:r>
            <a:rPr lang="en-US"/>
            <a:t>Whether the LB has to “internet Facing” Or “Internal” facing</a:t>
          </a:r>
        </a:p>
      </dgm:t>
    </dgm:pt>
    <dgm:pt modelId="{318681F4-8E13-4DAC-8B8D-BBB3CD22402C}" type="parTrans" cxnId="{96844597-7270-4E88-B54E-1C12CB5BDB42}">
      <dgm:prSet/>
      <dgm:spPr/>
      <dgm:t>
        <a:bodyPr/>
        <a:lstStyle/>
        <a:p>
          <a:endParaRPr lang="en-US"/>
        </a:p>
      </dgm:t>
    </dgm:pt>
    <dgm:pt modelId="{07A76AE7-8610-4D36-BA13-1A1B44451B80}" type="sibTrans" cxnId="{96844597-7270-4E88-B54E-1C12CB5BDB42}">
      <dgm:prSet/>
      <dgm:spPr/>
      <dgm:t>
        <a:bodyPr/>
        <a:lstStyle/>
        <a:p>
          <a:endParaRPr lang="en-US"/>
        </a:p>
      </dgm:t>
    </dgm:pt>
    <dgm:pt modelId="{7CA7B261-D17C-44D3-A5EF-88CBE51455DA}">
      <dgm:prSet/>
      <dgm:spPr/>
      <dgm:t>
        <a:bodyPr/>
        <a:lstStyle/>
        <a:p>
          <a:r>
            <a:rPr lang="en-US"/>
            <a:t>The Front-end Public IP is created Automatically for “Application LB”</a:t>
          </a:r>
        </a:p>
      </dgm:t>
    </dgm:pt>
    <dgm:pt modelId="{A6429A1C-83B9-4275-B319-436FAE349302}" type="parTrans" cxnId="{276DC5F3-AE93-4255-A058-1D7A259C5179}">
      <dgm:prSet/>
      <dgm:spPr/>
      <dgm:t>
        <a:bodyPr/>
        <a:lstStyle/>
        <a:p>
          <a:endParaRPr lang="en-US"/>
        </a:p>
      </dgm:t>
    </dgm:pt>
    <dgm:pt modelId="{27CB5F39-8BA7-499F-BF09-7731C8897A62}" type="sibTrans" cxnId="{276DC5F3-AE93-4255-A058-1D7A259C5179}">
      <dgm:prSet/>
      <dgm:spPr/>
      <dgm:t>
        <a:bodyPr/>
        <a:lstStyle/>
        <a:p>
          <a:endParaRPr lang="en-US"/>
        </a:p>
      </dgm:t>
    </dgm:pt>
    <dgm:pt modelId="{8B8E6737-A7EF-4673-8AB6-1B6AE0D25400}">
      <dgm:prSet/>
      <dgm:spPr/>
      <dgm:t>
        <a:bodyPr/>
        <a:lstStyle/>
        <a:p>
          <a:r>
            <a:rPr lang="en-US"/>
            <a:t>We have a option to assign an Static Public Ip (ElasticIP) for “Network LB”</a:t>
          </a:r>
        </a:p>
      </dgm:t>
    </dgm:pt>
    <dgm:pt modelId="{0A49C4BE-D6A3-40CE-844E-E4E907D012D5}" type="parTrans" cxnId="{FF2D92D3-87E1-4435-97D8-41679DDBDC1D}">
      <dgm:prSet/>
      <dgm:spPr/>
      <dgm:t>
        <a:bodyPr/>
        <a:lstStyle/>
        <a:p>
          <a:endParaRPr lang="en-US"/>
        </a:p>
      </dgm:t>
    </dgm:pt>
    <dgm:pt modelId="{8FE31929-AC84-4F15-BA5D-4DACAAAD3086}" type="sibTrans" cxnId="{FF2D92D3-87E1-4435-97D8-41679DDBDC1D}">
      <dgm:prSet/>
      <dgm:spPr/>
      <dgm:t>
        <a:bodyPr/>
        <a:lstStyle/>
        <a:p>
          <a:endParaRPr lang="en-US"/>
        </a:p>
      </dgm:t>
    </dgm:pt>
    <dgm:pt modelId="{2D2D1CEA-69B2-4208-8CCC-B2A06D170F3B}">
      <dgm:prSet/>
      <dgm:spPr/>
      <dgm:t>
        <a:bodyPr/>
        <a:lstStyle/>
        <a:p>
          <a:r>
            <a:rPr lang="en-US"/>
            <a:t>Back End</a:t>
          </a:r>
        </a:p>
      </dgm:t>
    </dgm:pt>
    <dgm:pt modelId="{8753CA29-FF06-46BE-8D1B-17A096255D9A}" type="parTrans" cxnId="{5A74DF5E-5DC7-4423-BD02-4114A205392B}">
      <dgm:prSet/>
      <dgm:spPr/>
      <dgm:t>
        <a:bodyPr/>
        <a:lstStyle/>
        <a:p>
          <a:endParaRPr lang="en-US"/>
        </a:p>
      </dgm:t>
    </dgm:pt>
    <dgm:pt modelId="{F52C1636-76CC-4825-AC1B-40523BCA64D9}" type="sibTrans" cxnId="{5A74DF5E-5DC7-4423-BD02-4114A205392B}">
      <dgm:prSet/>
      <dgm:spPr/>
      <dgm:t>
        <a:bodyPr/>
        <a:lstStyle/>
        <a:p>
          <a:endParaRPr lang="en-US"/>
        </a:p>
      </dgm:t>
    </dgm:pt>
    <dgm:pt modelId="{95690FBF-A2F9-4C93-A8BC-9B0EEF5D783C}">
      <dgm:prSet/>
      <dgm:spPr/>
      <dgm:t>
        <a:bodyPr/>
        <a:lstStyle/>
        <a:p>
          <a:r>
            <a:rPr lang="en-US"/>
            <a:t>For Application LB</a:t>
          </a:r>
        </a:p>
      </dgm:t>
    </dgm:pt>
    <dgm:pt modelId="{F14FADD2-184F-425F-94D2-71DE4D51B9EB}" type="parTrans" cxnId="{48F6DFF0-9C46-40A1-AC20-C19F94815C9C}">
      <dgm:prSet/>
      <dgm:spPr/>
      <dgm:t>
        <a:bodyPr/>
        <a:lstStyle/>
        <a:p>
          <a:endParaRPr lang="en-US"/>
        </a:p>
      </dgm:t>
    </dgm:pt>
    <dgm:pt modelId="{835A56A5-B951-4713-9DE2-8914F323AD96}" type="sibTrans" cxnId="{48F6DFF0-9C46-40A1-AC20-C19F94815C9C}">
      <dgm:prSet/>
      <dgm:spPr/>
      <dgm:t>
        <a:bodyPr/>
        <a:lstStyle/>
        <a:p>
          <a:endParaRPr lang="en-US"/>
        </a:p>
      </dgm:t>
    </dgm:pt>
    <dgm:pt modelId="{952CE837-A6FA-499F-BEA7-30D9A127F796}">
      <dgm:prSet/>
      <dgm:spPr/>
      <dgm:t>
        <a:bodyPr/>
        <a:lstStyle/>
        <a:p>
          <a:r>
            <a:rPr lang="en-US"/>
            <a:t>We need to add a VPC that has a min of 2 Subnets in 2 Different Availability Zone.</a:t>
          </a:r>
        </a:p>
      </dgm:t>
    </dgm:pt>
    <dgm:pt modelId="{1DDB754C-7EEA-4826-9812-9BA90C655308}" type="parTrans" cxnId="{296908BE-E45F-4F96-AF9D-B150EE6FE00D}">
      <dgm:prSet/>
      <dgm:spPr/>
      <dgm:t>
        <a:bodyPr/>
        <a:lstStyle/>
        <a:p>
          <a:endParaRPr lang="en-US"/>
        </a:p>
      </dgm:t>
    </dgm:pt>
    <dgm:pt modelId="{EAC7A17A-E264-49AB-A508-DC02ECF4D8B5}" type="sibTrans" cxnId="{296908BE-E45F-4F96-AF9D-B150EE6FE00D}">
      <dgm:prSet/>
      <dgm:spPr/>
      <dgm:t>
        <a:bodyPr/>
        <a:lstStyle/>
        <a:p>
          <a:endParaRPr lang="en-US"/>
        </a:p>
      </dgm:t>
    </dgm:pt>
    <dgm:pt modelId="{EF6CB73E-DE36-41E0-86B6-0F18FF6B3BDE}">
      <dgm:prSet/>
      <dgm:spPr/>
      <dgm:t>
        <a:bodyPr/>
        <a:lstStyle/>
        <a:p>
          <a:r>
            <a:rPr lang="en-US"/>
            <a:t>For Network LB</a:t>
          </a:r>
        </a:p>
      </dgm:t>
    </dgm:pt>
    <dgm:pt modelId="{E422A661-E60D-4822-A44E-372E8CF63A7A}" type="parTrans" cxnId="{7250A8C3-25D0-4423-8265-2FC06D62EE52}">
      <dgm:prSet/>
      <dgm:spPr/>
      <dgm:t>
        <a:bodyPr/>
        <a:lstStyle/>
        <a:p>
          <a:endParaRPr lang="en-US"/>
        </a:p>
      </dgm:t>
    </dgm:pt>
    <dgm:pt modelId="{861378AD-570D-4DC7-9138-0999F0CCC0B9}" type="sibTrans" cxnId="{7250A8C3-25D0-4423-8265-2FC06D62EE52}">
      <dgm:prSet/>
      <dgm:spPr/>
      <dgm:t>
        <a:bodyPr/>
        <a:lstStyle/>
        <a:p>
          <a:endParaRPr lang="en-US"/>
        </a:p>
      </dgm:t>
    </dgm:pt>
    <dgm:pt modelId="{C0ECB650-3892-4569-8972-FA73922E0BE6}">
      <dgm:prSet/>
      <dgm:spPr/>
      <dgm:t>
        <a:bodyPr/>
        <a:lstStyle/>
        <a:p>
          <a:r>
            <a:rPr lang="en-US"/>
            <a:t>We can have a min of 1 Subnet in the backend.</a:t>
          </a:r>
        </a:p>
      </dgm:t>
    </dgm:pt>
    <dgm:pt modelId="{B5D404E5-2C67-4B03-BB88-7D4BD81936FB}" type="parTrans" cxnId="{99C1F6F3-A5C6-48BE-88C6-9E65143156C1}">
      <dgm:prSet/>
      <dgm:spPr/>
      <dgm:t>
        <a:bodyPr/>
        <a:lstStyle/>
        <a:p>
          <a:endParaRPr lang="en-US"/>
        </a:p>
      </dgm:t>
    </dgm:pt>
    <dgm:pt modelId="{3A3C423E-76CF-498A-9F0E-9579FE852E3B}" type="sibTrans" cxnId="{99C1F6F3-A5C6-48BE-88C6-9E65143156C1}">
      <dgm:prSet/>
      <dgm:spPr/>
      <dgm:t>
        <a:bodyPr/>
        <a:lstStyle/>
        <a:p>
          <a:endParaRPr lang="en-US"/>
        </a:p>
      </dgm:t>
    </dgm:pt>
    <dgm:pt modelId="{977CF457-5E48-4610-BD5D-BA1CBDB94F8D}" type="pres">
      <dgm:prSet presAssocID="{8FEC5D4F-ADA0-449B-BDC4-D07092242043}" presName="Name0" presStyleCnt="0">
        <dgm:presLayoutVars>
          <dgm:dir/>
          <dgm:animLvl val="lvl"/>
          <dgm:resizeHandles val="exact"/>
        </dgm:presLayoutVars>
      </dgm:prSet>
      <dgm:spPr/>
    </dgm:pt>
    <dgm:pt modelId="{F4DCD28B-3172-4CC9-AE3B-1D8A3D683C70}" type="pres">
      <dgm:prSet presAssocID="{1994C04C-6134-44B2-8AC1-A547AF370803}" presName="composite" presStyleCnt="0"/>
      <dgm:spPr/>
    </dgm:pt>
    <dgm:pt modelId="{374D2290-A2E1-41FB-BBE5-A8C5A7201D7E}" type="pres">
      <dgm:prSet presAssocID="{1994C04C-6134-44B2-8AC1-A547AF370803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5D989C3A-0DBE-458A-B922-F7E3EBB71587}" type="pres">
      <dgm:prSet presAssocID="{1994C04C-6134-44B2-8AC1-A547AF370803}" presName="desTx" presStyleLbl="revTx" presStyleIdx="0" presStyleCnt="2">
        <dgm:presLayoutVars>
          <dgm:bulletEnabled val="1"/>
        </dgm:presLayoutVars>
      </dgm:prSet>
      <dgm:spPr/>
    </dgm:pt>
    <dgm:pt modelId="{04503A5D-78B1-42BA-BD94-5BBE4FE6D697}" type="pres">
      <dgm:prSet presAssocID="{14808D38-7EB8-4EE3-BD9A-2FAA2FE28C02}" presName="space" presStyleCnt="0"/>
      <dgm:spPr/>
    </dgm:pt>
    <dgm:pt modelId="{3388BDEE-12F4-4D30-B21A-8F90648FB95F}" type="pres">
      <dgm:prSet presAssocID="{2D2D1CEA-69B2-4208-8CCC-B2A06D170F3B}" presName="composite" presStyleCnt="0"/>
      <dgm:spPr/>
    </dgm:pt>
    <dgm:pt modelId="{96524DCE-13B8-41A3-B35F-98B431EF26D3}" type="pres">
      <dgm:prSet presAssocID="{2D2D1CEA-69B2-4208-8CCC-B2A06D170F3B}" presName="parTx" presStyleLbl="node1" presStyleIdx="1" presStyleCnt="2">
        <dgm:presLayoutVars>
          <dgm:chMax val="0"/>
          <dgm:chPref val="0"/>
          <dgm:bulletEnabled val="1"/>
        </dgm:presLayoutVars>
      </dgm:prSet>
      <dgm:spPr/>
    </dgm:pt>
    <dgm:pt modelId="{C8722ED5-480C-4DF6-A867-2CF08C7E5DA4}" type="pres">
      <dgm:prSet presAssocID="{2D2D1CEA-69B2-4208-8CCC-B2A06D170F3B}" presName="desTx" presStyleLbl="revTx" presStyleIdx="1" presStyleCnt="2">
        <dgm:presLayoutVars>
          <dgm:bulletEnabled val="1"/>
        </dgm:presLayoutVars>
      </dgm:prSet>
      <dgm:spPr/>
    </dgm:pt>
  </dgm:ptLst>
  <dgm:cxnLst>
    <dgm:cxn modelId="{911AB802-4180-45FB-977B-E93C4F0A26DF}" type="presOf" srcId="{7CA7B261-D17C-44D3-A5EF-88CBE51455DA}" destId="{5D989C3A-0DBE-458A-B922-F7E3EBB71587}" srcOrd="0" destOrd="1" presId="urn:microsoft.com/office/officeart/2005/8/layout/chevron1"/>
    <dgm:cxn modelId="{F886360A-B745-4C19-AB76-FB1AA32B5835}" type="presOf" srcId="{952CE837-A6FA-499F-BEA7-30D9A127F796}" destId="{C8722ED5-480C-4DF6-A867-2CF08C7E5DA4}" srcOrd="0" destOrd="1" presId="urn:microsoft.com/office/officeart/2005/8/layout/chevron1"/>
    <dgm:cxn modelId="{69EBE82C-D67D-47B7-A279-E39A6F7E2284}" type="presOf" srcId="{E6E456C9-40F8-4659-BB3D-3F58963AEFAC}" destId="{5D989C3A-0DBE-458A-B922-F7E3EBB71587}" srcOrd="0" destOrd="0" presId="urn:microsoft.com/office/officeart/2005/8/layout/chevron1"/>
    <dgm:cxn modelId="{5A74DF5E-5DC7-4423-BD02-4114A205392B}" srcId="{8FEC5D4F-ADA0-449B-BDC4-D07092242043}" destId="{2D2D1CEA-69B2-4208-8CCC-B2A06D170F3B}" srcOrd="1" destOrd="0" parTransId="{8753CA29-FF06-46BE-8D1B-17A096255D9A}" sibTransId="{F52C1636-76CC-4825-AC1B-40523BCA64D9}"/>
    <dgm:cxn modelId="{4880C567-C0FA-479C-AC9C-FBE4A7789C18}" type="presOf" srcId="{8B8E6737-A7EF-4673-8AB6-1B6AE0D25400}" destId="{5D989C3A-0DBE-458A-B922-F7E3EBB71587}" srcOrd="0" destOrd="2" presId="urn:microsoft.com/office/officeart/2005/8/layout/chevron1"/>
    <dgm:cxn modelId="{141E5248-826C-4E53-8165-64CFDA748716}" type="presOf" srcId="{2D2D1CEA-69B2-4208-8CCC-B2A06D170F3B}" destId="{96524DCE-13B8-41A3-B35F-98B431EF26D3}" srcOrd="0" destOrd="0" presId="urn:microsoft.com/office/officeart/2005/8/layout/chevron1"/>
    <dgm:cxn modelId="{94DBBF81-6EEF-491D-93AA-02D8E41B63AE}" type="presOf" srcId="{EF6CB73E-DE36-41E0-86B6-0F18FF6B3BDE}" destId="{C8722ED5-480C-4DF6-A867-2CF08C7E5DA4}" srcOrd="0" destOrd="2" presId="urn:microsoft.com/office/officeart/2005/8/layout/chevron1"/>
    <dgm:cxn modelId="{96844597-7270-4E88-B54E-1C12CB5BDB42}" srcId="{1994C04C-6134-44B2-8AC1-A547AF370803}" destId="{E6E456C9-40F8-4659-BB3D-3F58963AEFAC}" srcOrd="0" destOrd="0" parTransId="{318681F4-8E13-4DAC-8B8D-BBB3CD22402C}" sibTransId="{07A76AE7-8610-4D36-BA13-1A1B44451B80}"/>
    <dgm:cxn modelId="{1653309A-BB50-42D5-A9FB-BF9588FAB1FD}" type="presOf" srcId="{8FEC5D4F-ADA0-449B-BDC4-D07092242043}" destId="{977CF457-5E48-4610-BD5D-BA1CBDB94F8D}" srcOrd="0" destOrd="0" presId="urn:microsoft.com/office/officeart/2005/8/layout/chevron1"/>
    <dgm:cxn modelId="{9024D2B8-200B-41E9-BC99-0EB17053A7E7}" type="presOf" srcId="{1994C04C-6134-44B2-8AC1-A547AF370803}" destId="{374D2290-A2E1-41FB-BBE5-A8C5A7201D7E}" srcOrd="0" destOrd="0" presId="urn:microsoft.com/office/officeart/2005/8/layout/chevron1"/>
    <dgm:cxn modelId="{296908BE-E45F-4F96-AF9D-B150EE6FE00D}" srcId="{95690FBF-A2F9-4C93-A8BC-9B0EEF5D783C}" destId="{952CE837-A6FA-499F-BEA7-30D9A127F796}" srcOrd="0" destOrd="0" parTransId="{1DDB754C-7EEA-4826-9812-9BA90C655308}" sibTransId="{EAC7A17A-E264-49AB-A508-DC02ECF4D8B5}"/>
    <dgm:cxn modelId="{7250A8C3-25D0-4423-8265-2FC06D62EE52}" srcId="{2D2D1CEA-69B2-4208-8CCC-B2A06D170F3B}" destId="{EF6CB73E-DE36-41E0-86B6-0F18FF6B3BDE}" srcOrd="1" destOrd="0" parTransId="{E422A661-E60D-4822-A44E-372E8CF63A7A}" sibTransId="{861378AD-570D-4DC7-9138-0999F0CCC0B9}"/>
    <dgm:cxn modelId="{98D6DFC9-8116-4C3B-AA1D-D4486B143362}" type="presOf" srcId="{95690FBF-A2F9-4C93-A8BC-9B0EEF5D783C}" destId="{C8722ED5-480C-4DF6-A867-2CF08C7E5DA4}" srcOrd="0" destOrd="0" presId="urn:microsoft.com/office/officeart/2005/8/layout/chevron1"/>
    <dgm:cxn modelId="{FF2D92D3-87E1-4435-97D8-41679DDBDC1D}" srcId="{1994C04C-6134-44B2-8AC1-A547AF370803}" destId="{8B8E6737-A7EF-4673-8AB6-1B6AE0D25400}" srcOrd="2" destOrd="0" parTransId="{0A49C4BE-D6A3-40CE-844E-E4E907D012D5}" sibTransId="{8FE31929-AC84-4F15-BA5D-4DACAAAD3086}"/>
    <dgm:cxn modelId="{B8183DED-F76C-4FB0-A165-DF60386DA876}" type="presOf" srcId="{C0ECB650-3892-4569-8972-FA73922E0BE6}" destId="{C8722ED5-480C-4DF6-A867-2CF08C7E5DA4}" srcOrd="0" destOrd="3" presId="urn:microsoft.com/office/officeart/2005/8/layout/chevron1"/>
    <dgm:cxn modelId="{48F6DFF0-9C46-40A1-AC20-C19F94815C9C}" srcId="{2D2D1CEA-69B2-4208-8CCC-B2A06D170F3B}" destId="{95690FBF-A2F9-4C93-A8BC-9B0EEF5D783C}" srcOrd="0" destOrd="0" parTransId="{F14FADD2-184F-425F-94D2-71DE4D51B9EB}" sibTransId="{835A56A5-B951-4713-9DE2-8914F323AD96}"/>
    <dgm:cxn modelId="{276DC5F3-AE93-4255-A058-1D7A259C5179}" srcId="{1994C04C-6134-44B2-8AC1-A547AF370803}" destId="{7CA7B261-D17C-44D3-A5EF-88CBE51455DA}" srcOrd="1" destOrd="0" parTransId="{A6429A1C-83B9-4275-B319-436FAE349302}" sibTransId="{27CB5F39-8BA7-499F-BF09-7731C8897A62}"/>
    <dgm:cxn modelId="{99C1F6F3-A5C6-48BE-88C6-9E65143156C1}" srcId="{EF6CB73E-DE36-41E0-86B6-0F18FF6B3BDE}" destId="{C0ECB650-3892-4569-8972-FA73922E0BE6}" srcOrd="0" destOrd="0" parTransId="{B5D404E5-2C67-4B03-BB88-7D4BD81936FB}" sibTransId="{3A3C423E-76CF-498A-9F0E-9579FE852E3B}"/>
    <dgm:cxn modelId="{C75800F8-147D-43B9-BA38-2A9F99A53AF3}" srcId="{8FEC5D4F-ADA0-449B-BDC4-D07092242043}" destId="{1994C04C-6134-44B2-8AC1-A547AF370803}" srcOrd="0" destOrd="0" parTransId="{EE3BA527-4D08-4843-9553-3D56C3E71ECE}" sibTransId="{14808D38-7EB8-4EE3-BD9A-2FAA2FE28C02}"/>
    <dgm:cxn modelId="{317C9510-3DC6-449D-96FD-22050FEFBA3C}" type="presParOf" srcId="{977CF457-5E48-4610-BD5D-BA1CBDB94F8D}" destId="{F4DCD28B-3172-4CC9-AE3B-1D8A3D683C70}" srcOrd="0" destOrd="0" presId="urn:microsoft.com/office/officeart/2005/8/layout/chevron1"/>
    <dgm:cxn modelId="{47F46A58-D274-478F-92A0-2807256E305B}" type="presParOf" srcId="{F4DCD28B-3172-4CC9-AE3B-1D8A3D683C70}" destId="{374D2290-A2E1-41FB-BBE5-A8C5A7201D7E}" srcOrd="0" destOrd="0" presId="urn:microsoft.com/office/officeart/2005/8/layout/chevron1"/>
    <dgm:cxn modelId="{D59A44A9-A499-4189-99A2-E6A4E7A63A58}" type="presParOf" srcId="{F4DCD28B-3172-4CC9-AE3B-1D8A3D683C70}" destId="{5D989C3A-0DBE-458A-B922-F7E3EBB71587}" srcOrd="1" destOrd="0" presId="urn:microsoft.com/office/officeart/2005/8/layout/chevron1"/>
    <dgm:cxn modelId="{D96B85B8-A44B-4763-9651-5FBBED35A33F}" type="presParOf" srcId="{977CF457-5E48-4610-BD5D-BA1CBDB94F8D}" destId="{04503A5D-78B1-42BA-BD94-5BBE4FE6D697}" srcOrd="1" destOrd="0" presId="urn:microsoft.com/office/officeart/2005/8/layout/chevron1"/>
    <dgm:cxn modelId="{211EC84E-696F-4743-903C-BD75D42C8C0D}" type="presParOf" srcId="{977CF457-5E48-4610-BD5D-BA1CBDB94F8D}" destId="{3388BDEE-12F4-4D30-B21A-8F90648FB95F}" srcOrd="2" destOrd="0" presId="urn:microsoft.com/office/officeart/2005/8/layout/chevron1"/>
    <dgm:cxn modelId="{0B496D17-0C49-499F-A588-2D9734558844}" type="presParOf" srcId="{3388BDEE-12F4-4D30-B21A-8F90648FB95F}" destId="{96524DCE-13B8-41A3-B35F-98B431EF26D3}" srcOrd="0" destOrd="0" presId="urn:microsoft.com/office/officeart/2005/8/layout/chevron1"/>
    <dgm:cxn modelId="{B1DD8840-5A7E-4D2C-BF71-88B1FB9C48CA}" type="presParOf" srcId="{3388BDEE-12F4-4D30-B21A-8F90648FB95F}" destId="{C8722ED5-480C-4DF6-A867-2CF08C7E5DA4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EEE3B6E-13D8-4CB2-891B-E9544EF15C61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F18091E-FDF7-435E-9470-AFDEEDBD24C0}">
      <dgm:prSet custT="1"/>
      <dgm:spPr/>
      <dgm:t>
        <a:bodyPr/>
        <a:lstStyle/>
        <a:p>
          <a:r>
            <a:rPr lang="en-US" sz="3200"/>
            <a:t>Since LB is an individual feature, we need to specify what traffic can come in.</a:t>
          </a:r>
        </a:p>
      </dgm:t>
    </dgm:pt>
    <dgm:pt modelId="{21BCAF42-0C31-4A1D-BB67-70E89F0732BB}" type="parTrans" cxnId="{8228E3D1-52AF-4BC3-A3C5-FB75D9805277}">
      <dgm:prSet/>
      <dgm:spPr/>
      <dgm:t>
        <a:bodyPr/>
        <a:lstStyle/>
        <a:p>
          <a:endParaRPr lang="en-US" sz="1400"/>
        </a:p>
      </dgm:t>
    </dgm:pt>
    <dgm:pt modelId="{76915A33-EB63-477C-9225-FFD8F61E7934}" type="sibTrans" cxnId="{8228E3D1-52AF-4BC3-A3C5-FB75D9805277}">
      <dgm:prSet/>
      <dgm:spPr/>
      <dgm:t>
        <a:bodyPr/>
        <a:lstStyle/>
        <a:p>
          <a:endParaRPr lang="en-US" sz="1400"/>
        </a:p>
      </dgm:t>
    </dgm:pt>
    <dgm:pt modelId="{63C5A041-D5C2-49E3-A621-EE690AF64871}">
      <dgm:prSet custT="1"/>
      <dgm:spPr/>
      <dgm:t>
        <a:bodyPr/>
        <a:lstStyle/>
        <a:p>
          <a:r>
            <a:rPr lang="en-US" sz="3200"/>
            <a:t>Security Group option is available only in “Application LB” and NOT in “Network LB”.</a:t>
          </a:r>
        </a:p>
      </dgm:t>
    </dgm:pt>
    <dgm:pt modelId="{4663A958-76EE-4907-9842-DEEA987017F7}" type="parTrans" cxnId="{AD0B8556-2B5B-46C6-8D2A-1A21DE5D5514}">
      <dgm:prSet/>
      <dgm:spPr/>
      <dgm:t>
        <a:bodyPr/>
        <a:lstStyle/>
        <a:p>
          <a:endParaRPr lang="en-US" sz="1400"/>
        </a:p>
      </dgm:t>
    </dgm:pt>
    <dgm:pt modelId="{EED6834D-2ADF-4B69-AAB5-9A65BE5FAD39}" type="sibTrans" cxnId="{AD0B8556-2B5B-46C6-8D2A-1A21DE5D5514}">
      <dgm:prSet/>
      <dgm:spPr/>
      <dgm:t>
        <a:bodyPr/>
        <a:lstStyle/>
        <a:p>
          <a:endParaRPr lang="en-US" sz="1400"/>
        </a:p>
      </dgm:t>
    </dgm:pt>
    <dgm:pt modelId="{1C6A3C2E-1FE6-4EBB-8992-2932F2810502}" type="pres">
      <dgm:prSet presAssocID="{8EEE3B6E-13D8-4CB2-891B-E9544EF15C61}" presName="linear" presStyleCnt="0">
        <dgm:presLayoutVars>
          <dgm:animLvl val="lvl"/>
          <dgm:resizeHandles val="exact"/>
        </dgm:presLayoutVars>
      </dgm:prSet>
      <dgm:spPr/>
    </dgm:pt>
    <dgm:pt modelId="{C1DDB85D-890D-403B-8435-91E30718AA97}" type="pres">
      <dgm:prSet presAssocID="{5F18091E-FDF7-435E-9470-AFDEEDBD24C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AE989EF-6A20-4EAD-80F1-09FD5D1953CA}" type="pres">
      <dgm:prSet presAssocID="{76915A33-EB63-477C-9225-FFD8F61E7934}" presName="spacer" presStyleCnt="0"/>
      <dgm:spPr/>
    </dgm:pt>
    <dgm:pt modelId="{CE5A4189-B203-4328-96CD-1DC22DF5D4C6}" type="pres">
      <dgm:prSet presAssocID="{63C5A041-D5C2-49E3-A621-EE690AF6487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B5CED33-A922-4DA1-A48A-C0D70697143C}" type="presOf" srcId="{5F18091E-FDF7-435E-9470-AFDEEDBD24C0}" destId="{C1DDB85D-890D-403B-8435-91E30718AA97}" srcOrd="0" destOrd="0" presId="urn:microsoft.com/office/officeart/2005/8/layout/vList2"/>
    <dgm:cxn modelId="{AD0B8556-2B5B-46C6-8D2A-1A21DE5D5514}" srcId="{8EEE3B6E-13D8-4CB2-891B-E9544EF15C61}" destId="{63C5A041-D5C2-49E3-A621-EE690AF64871}" srcOrd="1" destOrd="0" parTransId="{4663A958-76EE-4907-9842-DEEA987017F7}" sibTransId="{EED6834D-2ADF-4B69-AAB5-9A65BE5FAD39}"/>
    <dgm:cxn modelId="{A0F967B1-2A77-4272-9F82-B2DE5A827FAC}" type="presOf" srcId="{8EEE3B6E-13D8-4CB2-891B-E9544EF15C61}" destId="{1C6A3C2E-1FE6-4EBB-8992-2932F2810502}" srcOrd="0" destOrd="0" presId="urn:microsoft.com/office/officeart/2005/8/layout/vList2"/>
    <dgm:cxn modelId="{8228E3D1-52AF-4BC3-A3C5-FB75D9805277}" srcId="{8EEE3B6E-13D8-4CB2-891B-E9544EF15C61}" destId="{5F18091E-FDF7-435E-9470-AFDEEDBD24C0}" srcOrd="0" destOrd="0" parTransId="{21BCAF42-0C31-4A1D-BB67-70E89F0732BB}" sibTransId="{76915A33-EB63-477C-9225-FFD8F61E7934}"/>
    <dgm:cxn modelId="{718787DF-BD82-4799-831A-02C916440D3C}" type="presOf" srcId="{63C5A041-D5C2-49E3-A621-EE690AF64871}" destId="{CE5A4189-B203-4328-96CD-1DC22DF5D4C6}" srcOrd="0" destOrd="0" presId="urn:microsoft.com/office/officeart/2005/8/layout/vList2"/>
    <dgm:cxn modelId="{D9454307-E926-407F-B55A-ECBE1D14181C}" type="presParOf" srcId="{1C6A3C2E-1FE6-4EBB-8992-2932F2810502}" destId="{C1DDB85D-890D-403B-8435-91E30718AA97}" srcOrd="0" destOrd="0" presId="urn:microsoft.com/office/officeart/2005/8/layout/vList2"/>
    <dgm:cxn modelId="{11C52355-F7A2-434E-9229-965A8D8EAAD2}" type="presParOf" srcId="{1C6A3C2E-1FE6-4EBB-8992-2932F2810502}" destId="{6AE989EF-6A20-4EAD-80F1-09FD5D1953CA}" srcOrd="1" destOrd="0" presId="urn:microsoft.com/office/officeart/2005/8/layout/vList2"/>
    <dgm:cxn modelId="{81BAFE47-174D-4CCF-BBFE-734B465E703F}" type="presParOf" srcId="{1C6A3C2E-1FE6-4EBB-8992-2932F2810502}" destId="{CE5A4189-B203-4328-96CD-1DC22DF5D4C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15D8945-F2BC-4FF6-A903-27330B18FB64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C36F410-9D42-4B7E-93A9-836E31CAD0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There is an Automatic “DNS” name created by AWS, also called as “A Record” for IPV4 or “AAAA Record” for IPv6.</a:t>
          </a:r>
        </a:p>
      </dgm:t>
    </dgm:pt>
    <dgm:pt modelId="{7BAC689D-DC6A-47DB-9748-9A29298DFCF0}" type="parTrans" cxnId="{B76FCA1B-0F7B-4191-927D-A1CD46532393}">
      <dgm:prSet/>
      <dgm:spPr/>
      <dgm:t>
        <a:bodyPr/>
        <a:lstStyle/>
        <a:p>
          <a:endParaRPr lang="en-US"/>
        </a:p>
      </dgm:t>
    </dgm:pt>
    <dgm:pt modelId="{AB9B51FF-8A21-4E06-B31F-C5866CCF204C}" type="sibTrans" cxnId="{B76FCA1B-0F7B-4191-927D-A1CD46532393}">
      <dgm:prSet/>
      <dgm:spPr/>
      <dgm:t>
        <a:bodyPr/>
        <a:lstStyle/>
        <a:p>
          <a:endParaRPr lang="en-US"/>
        </a:p>
      </dgm:t>
    </dgm:pt>
    <dgm:pt modelId="{CAEDD8B2-39D1-4012-B112-2436D6C2E9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“Application LB” the IPV4 and IPV6 address is automatically assigned.</a:t>
          </a:r>
        </a:p>
      </dgm:t>
    </dgm:pt>
    <dgm:pt modelId="{046EA162-3224-46BC-898D-958AF6DBD364}" type="parTrans" cxnId="{851A9E3A-02F7-4867-8122-4889BA7BD510}">
      <dgm:prSet/>
      <dgm:spPr/>
      <dgm:t>
        <a:bodyPr/>
        <a:lstStyle/>
        <a:p>
          <a:endParaRPr lang="en-US"/>
        </a:p>
      </dgm:t>
    </dgm:pt>
    <dgm:pt modelId="{BB11E855-D4B8-4949-829E-F280977E9953}" type="sibTrans" cxnId="{851A9E3A-02F7-4867-8122-4889BA7BD510}">
      <dgm:prSet/>
      <dgm:spPr/>
      <dgm:t>
        <a:bodyPr/>
        <a:lstStyle/>
        <a:p>
          <a:endParaRPr lang="en-US"/>
        </a:p>
      </dgm:t>
    </dgm:pt>
    <dgm:pt modelId="{8DC33247-2549-4E96-B05B-E8E2130421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case of “Network LB”, we have an option to use an Elastic IP for the LB DNS name.</a:t>
          </a:r>
        </a:p>
      </dgm:t>
    </dgm:pt>
    <dgm:pt modelId="{82D7A6F5-2371-4F82-8983-206C13D0C519}" type="parTrans" cxnId="{B9F84B60-7522-4E72-BD5F-0E1E6CD57E23}">
      <dgm:prSet/>
      <dgm:spPr/>
      <dgm:t>
        <a:bodyPr/>
        <a:lstStyle/>
        <a:p>
          <a:endParaRPr lang="en-US"/>
        </a:p>
      </dgm:t>
    </dgm:pt>
    <dgm:pt modelId="{D54D8786-A037-4CE8-9D3F-C90503D84A33}" type="sibTrans" cxnId="{B9F84B60-7522-4E72-BD5F-0E1E6CD57E23}">
      <dgm:prSet/>
      <dgm:spPr/>
      <dgm:t>
        <a:bodyPr/>
        <a:lstStyle/>
        <a:p>
          <a:endParaRPr lang="en-US"/>
        </a:p>
      </dgm:t>
    </dgm:pt>
    <dgm:pt modelId="{56EBAE5A-15CF-4250-B207-AD5DDE4102D0}" type="pres">
      <dgm:prSet presAssocID="{715D8945-F2BC-4FF6-A903-27330B18FB64}" presName="root" presStyleCnt="0">
        <dgm:presLayoutVars>
          <dgm:dir/>
          <dgm:resizeHandles val="exact"/>
        </dgm:presLayoutVars>
      </dgm:prSet>
      <dgm:spPr/>
    </dgm:pt>
    <dgm:pt modelId="{B3B58A96-98F7-4663-8E8C-BBE6E8A3712F}" type="pres">
      <dgm:prSet presAssocID="{BC36F410-9D42-4B7E-93A9-836E31CAD0AF}" presName="compNode" presStyleCnt="0"/>
      <dgm:spPr/>
    </dgm:pt>
    <dgm:pt modelId="{E1BA028C-872A-4AFD-85B6-C49A70ADAC45}" type="pres">
      <dgm:prSet presAssocID="{BC36F410-9D42-4B7E-93A9-836E31CAD0AF}" presName="bgRect" presStyleLbl="bgShp" presStyleIdx="0" presStyleCnt="3"/>
      <dgm:spPr/>
    </dgm:pt>
    <dgm:pt modelId="{B6F3872C-6ED2-496D-B992-C1C287B11CF7}" type="pres">
      <dgm:prSet presAssocID="{BC36F410-9D42-4B7E-93A9-836E31CAD0A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DA34FB6A-CD8B-412F-8A7D-C5E9631764B4}" type="pres">
      <dgm:prSet presAssocID="{BC36F410-9D42-4B7E-93A9-836E31CAD0AF}" presName="spaceRect" presStyleCnt="0"/>
      <dgm:spPr/>
    </dgm:pt>
    <dgm:pt modelId="{2B51ED10-1BB1-4BEB-B414-EC263B12AA20}" type="pres">
      <dgm:prSet presAssocID="{BC36F410-9D42-4B7E-93A9-836E31CAD0AF}" presName="parTx" presStyleLbl="revTx" presStyleIdx="0" presStyleCnt="3">
        <dgm:presLayoutVars>
          <dgm:chMax val="0"/>
          <dgm:chPref val="0"/>
        </dgm:presLayoutVars>
      </dgm:prSet>
      <dgm:spPr/>
    </dgm:pt>
    <dgm:pt modelId="{9EE2ED72-0E7B-411D-9FAF-BC7C4FDA8730}" type="pres">
      <dgm:prSet presAssocID="{AB9B51FF-8A21-4E06-B31F-C5866CCF204C}" presName="sibTrans" presStyleCnt="0"/>
      <dgm:spPr/>
    </dgm:pt>
    <dgm:pt modelId="{C9236A78-4900-4479-B7E6-B31818F93657}" type="pres">
      <dgm:prSet presAssocID="{CAEDD8B2-39D1-4012-B112-2436D6C2E9FE}" presName="compNode" presStyleCnt="0"/>
      <dgm:spPr/>
    </dgm:pt>
    <dgm:pt modelId="{95358A4E-4696-4828-BAE9-10FDC4A12D1A}" type="pres">
      <dgm:prSet presAssocID="{CAEDD8B2-39D1-4012-B112-2436D6C2E9FE}" presName="bgRect" presStyleLbl="bgShp" presStyleIdx="1" presStyleCnt="3"/>
      <dgm:spPr/>
    </dgm:pt>
    <dgm:pt modelId="{B01F2137-99D8-41DB-98EE-D44C6775192B}" type="pres">
      <dgm:prSet presAssocID="{CAEDD8B2-39D1-4012-B112-2436D6C2E9F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wer"/>
        </a:ext>
      </dgm:extLst>
    </dgm:pt>
    <dgm:pt modelId="{1AEC11A0-0660-4A26-A4EF-5F43B178B0BF}" type="pres">
      <dgm:prSet presAssocID="{CAEDD8B2-39D1-4012-B112-2436D6C2E9FE}" presName="spaceRect" presStyleCnt="0"/>
      <dgm:spPr/>
    </dgm:pt>
    <dgm:pt modelId="{2DDF2F4C-B31B-48AA-9943-A2F73512DFD0}" type="pres">
      <dgm:prSet presAssocID="{CAEDD8B2-39D1-4012-B112-2436D6C2E9FE}" presName="parTx" presStyleLbl="revTx" presStyleIdx="1" presStyleCnt="3">
        <dgm:presLayoutVars>
          <dgm:chMax val="0"/>
          <dgm:chPref val="0"/>
        </dgm:presLayoutVars>
      </dgm:prSet>
      <dgm:spPr/>
    </dgm:pt>
    <dgm:pt modelId="{EF583F55-D0B0-4732-A957-95E3A0DE50D3}" type="pres">
      <dgm:prSet presAssocID="{BB11E855-D4B8-4949-829E-F280977E9953}" presName="sibTrans" presStyleCnt="0"/>
      <dgm:spPr/>
    </dgm:pt>
    <dgm:pt modelId="{6E103DFE-4E09-4F46-AE1A-08A5B27A27C6}" type="pres">
      <dgm:prSet presAssocID="{8DC33247-2549-4E96-B05B-E8E2130421AB}" presName="compNode" presStyleCnt="0"/>
      <dgm:spPr/>
    </dgm:pt>
    <dgm:pt modelId="{B0207476-66B6-4D9B-AAF8-954232685E38}" type="pres">
      <dgm:prSet presAssocID="{8DC33247-2549-4E96-B05B-E8E2130421AB}" presName="bgRect" presStyleLbl="bgShp" presStyleIdx="2" presStyleCnt="3"/>
      <dgm:spPr/>
    </dgm:pt>
    <dgm:pt modelId="{CA55EF49-B03E-4C2B-88A5-D015B187D063}" type="pres">
      <dgm:prSet presAssocID="{8DC33247-2549-4E96-B05B-E8E2130421A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743AE65F-89DD-427A-B637-6770B60CBFDF}" type="pres">
      <dgm:prSet presAssocID="{8DC33247-2549-4E96-B05B-E8E2130421AB}" presName="spaceRect" presStyleCnt="0"/>
      <dgm:spPr/>
    </dgm:pt>
    <dgm:pt modelId="{1B046005-15A9-4AFA-84B2-02F3BC95742A}" type="pres">
      <dgm:prSet presAssocID="{8DC33247-2549-4E96-B05B-E8E2130421A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5F83E13-98AC-4851-A1D6-B2FD977CAA4A}" type="presOf" srcId="{715D8945-F2BC-4FF6-A903-27330B18FB64}" destId="{56EBAE5A-15CF-4250-B207-AD5DDE4102D0}" srcOrd="0" destOrd="0" presId="urn:microsoft.com/office/officeart/2018/2/layout/IconVerticalSolidList"/>
    <dgm:cxn modelId="{B76FCA1B-0F7B-4191-927D-A1CD46532393}" srcId="{715D8945-F2BC-4FF6-A903-27330B18FB64}" destId="{BC36F410-9D42-4B7E-93A9-836E31CAD0AF}" srcOrd="0" destOrd="0" parTransId="{7BAC689D-DC6A-47DB-9748-9A29298DFCF0}" sibTransId="{AB9B51FF-8A21-4E06-B31F-C5866CCF204C}"/>
    <dgm:cxn modelId="{851A9E3A-02F7-4867-8122-4889BA7BD510}" srcId="{715D8945-F2BC-4FF6-A903-27330B18FB64}" destId="{CAEDD8B2-39D1-4012-B112-2436D6C2E9FE}" srcOrd="1" destOrd="0" parTransId="{046EA162-3224-46BC-898D-958AF6DBD364}" sibTransId="{BB11E855-D4B8-4949-829E-F280977E9953}"/>
    <dgm:cxn modelId="{B9F84B60-7522-4E72-BD5F-0E1E6CD57E23}" srcId="{715D8945-F2BC-4FF6-A903-27330B18FB64}" destId="{8DC33247-2549-4E96-B05B-E8E2130421AB}" srcOrd="2" destOrd="0" parTransId="{82D7A6F5-2371-4F82-8983-206C13D0C519}" sibTransId="{D54D8786-A037-4CE8-9D3F-C90503D84A33}"/>
    <dgm:cxn modelId="{974DCDBD-9CE8-4ECD-9B23-B708698DB17B}" type="presOf" srcId="{BC36F410-9D42-4B7E-93A9-836E31CAD0AF}" destId="{2B51ED10-1BB1-4BEB-B414-EC263B12AA20}" srcOrd="0" destOrd="0" presId="urn:microsoft.com/office/officeart/2018/2/layout/IconVerticalSolidList"/>
    <dgm:cxn modelId="{410DCDC8-166A-4192-98EB-F37ED8907A9B}" type="presOf" srcId="{CAEDD8B2-39D1-4012-B112-2436D6C2E9FE}" destId="{2DDF2F4C-B31B-48AA-9943-A2F73512DFD0}" srcOrd="0" destOrd="0" presId="urn:microsoft.com/office/officeart/2018/2/layout/IconVerticalSolidList"/>
    <dgm:cxn modelId="{800D65FB-B9A3-403D-9104-D85B4CC4492B}" type="presOf" srcId="{8DC33247-2549-4E96-B05B-E8E2130421AB}" destId="{1B046005-15A9-4AFA-84B2-02F3BC95742A}" srcOrd="0" destOrd="0" presId="urn:microsoft.com/office/officeart/2018/2/layout/IconVerticalSolidList"/>
    <dgm:cxn modelId="{0C52E71B-800A-4A72-A17C-F4FA5C09D28D}" type="presParOf" srcId="{56EBAE5A-15CF-4250-B207-AD5DDE4102D0}" destId="{B3B58A96-98F7-4663-8E8C-BBE6E8A3712F}" srcOrd="0" destOrd="0" presId="urn:microsoft.com/office/officeart/2018/2/layout/IconVerticalSolidList"/>
    <dgm:cxn modelId="{E8D26C9B-21BE-46B6-8061-11B6A79930CB}" type="presParOf" srcId="{B3B58A96-98F7-4663-8E8C-BBE6E8A3712F}" destId="{E1BA028C-872A-4AFD-85B6-C49A70ADAC45}" srcOrd="0" destOrd="0" presId="urn:microsoft.com/office/officeart/2018/2/layout/IconVerticalSolidList"/>
    <dgm:cxn modelId="{DFFAFBBF-E004-4174-B67A-A10E55C9E263}" type="presParOf" srcId="{B3B58A96-98F7-4663-8E8C-BBE6E8A3712F}" destId="{B6F3872C-6ED2-496D-B992-C1C287B11CF7}" srcOrd="1" destOrd="0" presId="urn:microsoft.com/office/officeart/2018/2/layout/IconVerticalSolidList"/>
    <dgm:cxn modelId="{82332A59-5A19-4A51-AF4E-98902CDA0E89}" type="presParOf" srcId="{B3B58A96-98F7-4663-8E8C-BBE6E8A3712F}" destId="{DA34FB6A-CD8B-412F-8A7D-C5E9631764B4}" srcOrd="2" destOrd="0" presId="urn:microsoft.com/office/officeart/2018/2/layout/IconVerticalSolidList"/>
    <dgm:cxn modelId="{1AB20560-0126-47EB-8D2A-AF9969BBC9BD}" type="presParOf" srcId="{B3B58A96-98F7-4663-8E8C-BBE6E8A3712F}" destId="{2B51ED10-1BB1-4BEB-B414-EC263B12AA20}" srcOrd="3" destOrd="0" presId="urn:microsoft.com/office/officeart/2018/2/layout/IconVerticalSolidList"/>
    <dgm:cxn modelId="{2862D998-3FE4-4702-B557-325C82486CBB}" type="presParOf" srcId="{56EBAE5A-15CF-4250-B207-AD5DDE4102D0}" destId="{9EE2ED72-0E7B-411D-9FAF-BC7C4FDA8730}" srcOrd="1" destOrd="0" presId="urn:microsoft.com/office/officeart/2018/2/layout/IconVerticalSolidList"/>
    <dgm:cxn modelId="{41670BE8-0F2D-4949-8F77-631286CDB802}" type="presParOf" srcId="{56EBAE5A-15CF-4250-B207-AD5DDE4102D0}" destId="{C9236A78-4900-4479-B7E6-B31818F93657}" srcOrd="2" destOrd="0" presId="urn:microsoft.com/office/officeart/2018/2/layout/IconVerticalSolidList"/>
    <dgm:cxn modelId="{937F0A33-7261-4D42-AAFA-28ACE6DC994F}" type="presParOf" srcId="{C9236A78-4900-4479-B7E6-B31818F93657}" destId="{95358A4E-4696-4828-BAE9-10FDC4A12D1A}" srcOrd="0" destOrd="0" presId="urn:microsoft.com/office/officeart/2018/2/layout/IconVerticalSolidList"/>
    <dgm:cxn modelId="{A3929937-30F5-4E66-8172-4FE007CA405B}" type="presParOf" srcId="{C9236A78-4900-4479-B7E6-B31818F93657}" destId="{B01F2137-99D8-41DB-98EE-D44C6775192B}" srcOrd="1" destOrd="0" presId="urn:microsoft.com/office/officeart/2018/2/layout/IconVerticalSolidList"/>
    <dgm:cxn modelId="{A1A32FC2-FA31-4AB2-B534-1E354F9AFB6A}" type="presParOf" srcId="{C9236A78-4900-4479-B7E6-B31818F93657}" destId="{1AEC11A0-0660-4A26-A4EF-5F43B178B0BF}" srcOrd="2" destOrd="0" presId="urn:microsoft.com/office/officeart/2018/2/layout/IconVerticalSolidList"/>
    <dgm:cxn modelId="{5950AF64-C257-4C02-B1AC-70A391CEBBFE}" type="presParOf" srcId="{C9236A78-4900-4479-B7E6-B31818F93657}" destId="{2DDF2F4C-B31B-48AA-9943-A2F73512DFD0}" srcOrd="3" destOrd="0" presId="urn:microsoft.com/office/officeart/2018/2/layout/IconVerticalSolidList"/>
    <dgm:cxn modelId="{3ECA4F64-8EC9-40FA-A731-FFE3D334AB54}" type="presParOf" srcId="{56EBAE5A-15CF-4250-B207-AD5DDE4102D0}" destId="{EF583F55-D0B0-4732-A957-95E3A0DE50D3}" srcOrd="3" destOrd="0" presId="urn:microsoft.com/office/officeart/2018/2/layout/IconVerticalSolidList"/>
    <dgm:cxn modelId="{5E28156E-A2A4-4534-AE1B-D67B002157A7}" type="presParOf" srcId="{56EBAE5A-15CF-4250-B207-AD5DDE4102D0}" destId="{6E103DFE-4E09-4F46-AE1A-08A5B27A27C6}" srcOrd="4" destOrd="0" presId="urn:microsoft.com/office/officeart/2018/2/layout/IconVerticalSolidList"/>
    <dgm:cxn modelId="{6A53199B-3C2E-4B5E-8A8A-F14D7CA6A65A}" type="presParOf" srcId="{6E103DFE-4E09-4F46-AE1A-08A5B27A27C6}" destId="{B0207476-66B6-4D9B-AAF8-954232685E38}" srcOrd="0" destOrd="0" presId="urn:microsoft.com/office/officeart/2018/2/layout/IconVerticalSolidList"/>
    <dgm:cxn modelId="{B6874D36-3850-456D-BA50-9CFC21D90D34}" type="presParOf" srcId="{6E103DFE-4E09-4F46-AE1A-08A5B27A27C6}" destId="{CA55EF49-B03E-4C2B-88A5-D015B187D063}" srcOrd="1" destOrd="0" presId="urn:microsoft.com/office/officeart/2018/2/layout/IconVerticalSolidList"/>
    <dgm:cxn modelId="{E523DF52-F2B8-4DF4-A308-FF34A56AA8C8}" type="presParOf" srcId="{6E103DFE-4E09-4F46-AE1A-08A5B27A27C6}" destId="{743AE65F-89DD-427A-B637-6770B60CBFDF}" srcOrd="2" destOrd="0" presId="urn:microsoft.com/office/officeart/2018/2/layout/IconVerticalSolidList"/>
    <dgm:cxn modelId="{233C066F-9D74-4B58-B4EC-B1355CD6C3DF}" type="presParOf" srcId="{6E103DFE-4E09-4F46-AE1A-08A5B27A27C6}" destId="{1B046005-15A9-4AFA-84B2-02F3BC9574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6775D53-2DB2-438D-B6A5-4EABA6583DC3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6A3824E-24A1-4492-BEEE-D6CA59FFE8F3}">
      <dgm:prSet/>
      <dgm:spPr/>
      <dgm:t>
        <a:bodyPr/>
        <a:lstStyle/>
        <a:p>
          <a:r>
            <a:rPr lang="en-US"/>
            <a:t>It can Scale Out and Scale in of Virtual Machine (EC2 instances)</a:t>
          </a:r>
        </a:p>
      </dgm:t>
    </dgm:pt>
    <dgm:pt modelId="{FA919EEB-523E-4F67-A449-6FB787E3E1F8}" type="parTrans" cxnId="{AB001D41-8AD2-4CE2-9140-0B9173F51291}">
      <dgm:prSet/>
      <dgm:spPr/>
      <dgm:t>
        <a:bodyPr/>
        <a:lstStyle/>
        <a:p>
          <a:endParaRPr lang="en-US"/>
        </a:p>
      </dgm:t>
    </dgm:pt>
    <dgm:pt modelId="{EF9FD7E5-C599-436F-9E7E-1BFB5A2A49A4}" type="sibTrans" cxnId="{AB001D41-8AD2-4CE2-9140-0B9173F5129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65239A18-F33C-4B2C-9067-09A15E87B3FF}">
      <dgm:prSet/>
      <dgm:spPr/>
      <dgm:t>
        <a:bodyPr/>
        <a:lstStyle/>
        <a:p>
          <a:r>
            <a:rPr lang="en-US"/>
            <a:t>During Scale In, the VM’s are deleted in FIFO Manner (First in First Out)</a:t>
          </a:r>
        </a:p>
      </dgm:t>
    </dgm:pt>
    <dgm:pt modelId="{653A2CC1-5FA3-4D0E-8693-FE923428AF4A}" type="parTrans" cxnId="{448BAD75-E5B1-4752-B6D0-4A4A5AF01B72}">
      <dgm:prSet/>
      <dgm:spPr/>
      <dgm:t>
        <a:bodyPr/>
        <a:lstStyle/>
        <a:p>
          <a:endParaRPr lang="en-US"/>
        </a:p>
      </dgm:t>
    </dgm:pt>
    <dgm:pt modelId="{823282B6-F44E-458F-B40E-95FBA420D115}" type="sibTrans" cxnId="{448BAD75-E5B1-4752-B6D0-4A4A5AF01B72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73DA7D33-BABA-4260-AC9C-375FD0E179FB}" type="pres">
      <dgm:prSet presAssocID="{66775D53-2DB2-438D-B6A5-4EABA6583DC3}" presName="Name0" presStyleCnt="0">
        <dgm:presLayoutVars>
          <dgm:animLvl val="lvl"/>
          <dgm:resizeHandles val="exact"/>
        </dgm:presLayoutVars>
      </dgm:prSet>
      <dgm:spPr/>
    </dgm:pt>
    <dgm:pt modelId="{CEFF10C3-94C6-4E15-A7F6-CD11B433D73B}" type="pres">
      <dgm:prSet presAssocID="{D6A3824E-24A1-4492-BEEE-D6CA59FFE8F3}" presName="compositeNode" presStyleCnt="0">
        <dgm:presLayoutVars>
          <dgm:bulletEnabled val="1"/>
        </dgm:presLayoutVars>
      </dgm:prSet>
      <dgm:spPr/>
    </dgm:pt>
    <dgm:pt modelId="{11A5309B-CACB-4B83-A5A6-1E8E1D99B087}" type="pres">
      <dgm:prSet presAssocID="{D6A3824E-24A1-4492-BEEE-D6CA59FFE8F3}" presName="bgRect" presStyleLbl="bgAccFollowNode1" presStyleIdx="0" presStyleCnt="2"/>
      <dgm:spPr/>
    </dgm:pt>
    <dgm:pt modelId="{A0106BC1-D2C2-48B2-8D4F-D40AD86FDDD0}" type="pres">
      <dgm:prSet presAssocID="{EF9FD7E5-C599-436F-9E7E-1BFB5A2A49A4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86A47183-982D-4F80-A210-9FC9B9D0C974}" type="pres">
      <dgm:prSet presAssocID="{D6A3824E-24A1-4492-BEEE-D6CA59FFE8F3}" presName="bottomLine" presStyleLbl="alignNode1" presStyleIdx="1" presStyleCnt="4">
        <dgm:presLayoutVars/>
      </dgm:prSet>
      <dgm:spPr/>
    </dgm:pt>
    <dgm:pt modelId="{E73ECB34-B4B2-4771-8118-506432498AFC}" type="pres">
      <dgm:prSet presAssocID="{D6A3824E-24A1-4492-BEEE-D6CA59FFE8F3}" presName="nodeText" presStyleLbl="bgAccFollowNode1" presStyleIdx="0" presStyleCnt="2">
        <dgm:presLayoutVars>
          <dgm:bulletEnabled val="1"/>
        </dgm:presLayoutVars>
      </dgm:prSet>
      <dgm:spPr/>
    </dgm:pt>
    <dgm:pt modelId="{6528497D-B5E6-4290-82A1-28D78FE99ED2}" type="pres">
      <dgm:prSet presAssocID="{EF9FD7E5-C599-436F-9E7E-1BFB5A2A49A4}" presName="sibTrans" presStyleCnt="0"/>
      <dgm:spPr/>
    </dgm:pt>
    <dgm:pt modelId="{EA7AA841-6340-465F-9B33-A26EBC24678B}" type="pres">
      <dgm:prSet presAssocID="{65239A18-F33C-4B2C-9067-09A15E87B3FF}" presName="compositeNode" presStyleCnt="0">
        <dgm:presLayoutVars>
          <dgm:bulletEnabled val="1"/>
        </dgm:presLayoutVars>
      </dgm:prSet>
      <dgm:spPr/>
    </dgm:pt>
    <dgm:pt modelId="{182B6686-04A7-489A-8A79-8B567405300B}" type="pres">
      <dgm:prSet presAssocID="{65239A18-F33C-4B2C-9067-09A15E87B3FF}" presName="bgRect" presStyleLbl="bgAccFollowNode1" presStyleIdx="1" presStyleCnt="2"/>
      <dgm:spPr/>
    </dgm:pt>
    <dgm:pt modelId="{6A9D8634-02D7-4DCB-96A8-B916D9D42B06}" type="pres">
      <dgm:prSet presAssocID="{823282B6-F44E-458F-B40E-95FBA420D115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705CD52F-544F-4CD2-BE85-773D480BE8F3}" type="pres">
      <dgm:prSet presAssocID="{65239A18-F33C-4B2C-9067-09A15E87B3FF}" presName="bottomLine" presStyleLbl="alignNode1" presStyleIdx="3" presStyleCnt="4">
        <dgm:presLayoutVars/>
      </dgm:prSet>
      <dgm:spPr/>
    </dgm:pt>
    <dgm:pt modelId="{A46E092B-B5C3-4E8E-90F1-751D7094AA1D}" type="pres">
      <dgm:prSet presAssocID="{65239A18-F33C-4B2C-9067-09A15E87B3FF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0393AA0D-48B7-4E53-98EE-74C489304AF1}" type="presOf" srcId="{66775D53-2DB2-438D-B6A5-4EABA6583DC3}" destId="{73DA7D33-BABA-4260-AC9C-375FD0E179FB}" srcOrd="0" destOrd="0" presId="urn:microsoft.com/office/officeart/2016/7/layout/BasicLinearProcessNumbered"/>
    <dgm:cxn modelId="{A3FF2A2A-4358-4BA7-8E47-DD4A3745A393}" type="presOf" srcId="{D6A3824E-24A1-4492-BEEE-D6CA59FFE8F3}" destId="{E73ECB34-B4B2-4771-8118-506432498AFC}" srcOrd="1" destOrd="0" presId="urn:microsoft.com/office/officeart/2016/7/layout/BasicLinearProcessNumbered"/>
    <dgm:cxn modelId="{AB001D41-8AD2-4CE2-9140-0B9173F51291}" srcId="{66775D53-2DB2-438D-B6A5-4EABA6583DC3}" destId="{D6A3824E-24A1-4492-BEEE-D6CA59FFE8F3}" srcOrd="0" destOrd="0" parTransId="{FA919EEB-523E-4F67-A449-6FB787E3E1F8}" sibTransId="{EF9FD7E5-C599-436F-9E7E-1BFB5A2A49A4}"/>
    <dgm:cxn modelId="{86F5C167-6190-4293-9C96-5013BDB57EE5}" type="presOf" srcId="{65239A18-F33C-4B2C-9067-09A15E87B3FF}" destId="{A46E092B-B5C3-4E8E-90F1-751D7094AA1D}" srcOrd="1" destOrd="0" presId="urn:microsoft.com/office/officeart/2016/7/layout/BasicLinearProcessNumbered"/>
    <dgm:cxn modelId="{EB338C54-1D46-46DA-AE81-B9A5D4E52A8D}" type="presOf" srcId="{823282B6-F44E-458F-B40E-95FBA420D115}" destId="{6A9D8634-02D7-4DCB-96A8-B916D9D42B06}" srcOrd="0" destOrd="0" presId="urn:microsoft.com/office/officeart/2016/7/layout/BasicLinearProcessNumbered"/>
    <dgm:cxn modelId="{448BAD75-E5B1-4752-B6D0-4A4A5AF01B72}" srcId="{66775D53-2DB2-438D-B6A5-4EABA6583DC3}" destId="{65239A18-F33C-4B2C-9067-09A15E87B3FF}" srcOrd="1" destOrd="0" parTransId="{653A2CC1-5FA3-4D0E-8693-FE923428AF4A}" sibTransId="{823282B6-F44E-458F-B40E-95FBA420D115}"/>
    <dgm:cxn modelId="{1AE49DBE-A59D-4743-88DC-0DF2253783F5}" type="presOf" srcId="{EF9FD7E5-C599-436F-9E7E-1BFB5A2A49A4}" destId="{A0106BC1-D2C2-48B2-8D4F-D40AD86FDDD0}" srcOrd="0" destOrd="0" presId="urn:microsoft.com/office/officeart/2016/7/layout/BasicLinearProcessNumbered"/>
    <dgm:cxn modelId="{1010FEC0-8499-41A7-A9C2-42C9CF710249}" type="presOf" srcId="{65239A18-F33C-4B2C-9067-09A15E87B3FF}" destId="{182B6686-04A7-489A-8A79-8B567405300B}" srcOrd="0" destOrd="0" presId="urn:microsoft.com/office/officeart/2016/7/layout/BasicLinearProcessNumbered"/>
    <dgm:cxn modelId="{E4E136D5-CAFD-4FDF-ADF5-8F6C5BE5C1F4}" type="presOf" srcId="{D6A3824E-24A1-4492-BEEE-D6CA59FFE8F3}" destId="{11A5309B-CACB-4B83-A5A6-1E8E1D99B087}" srcOrd="0" destOrd="0" presId="urn:microsoft.com/office/officeart/2016/7/layout/BasicLinearProcessNumbered"/>
    <dgm:cxn modelId="{72455898-B3F2-4C51-A4D7-4EED9B15A350}" type="presParOf" srcId="{73DA7D33-BABA-4260-AC9C-375FD0E179FB}" destId="{CEFF10C3-94C6-4E15-A7F6-CD11B433D73B}" srcOrd="0" destOrd="0" presId="urn:microsoft.com/office/officeart/2016/7/layout/BasicLinearProcessNumbered"/>
    <dgm:cxn modelId="{7BD16A97-6E05-4D4D-ACBF-93B0F90A384B}" type="presParOf" srcId="{CEFF10C3-94C6-4E15-A7F6-CD11B433D73B}" destId="{11A5309B-CACB-4B83-A5A6-1E8E1D99B087}" srcOrd="0" destOrd="0" presId="urn:microsoft.com/office/officeart/2016/7/layout/BasicLinearProcessNumbered"/>
    <dgm:cxn modelId="{47135B06-F0E1-48DD-8FDC-786C8E5FFF5F}" type="presParOf" srcId="{CEFF10C3-94C6-4E15-A7F6-CD11B433D73B}" destId="{A0106BC1-D2C2-48B2-8D4F-D40AD86FDDD0}" srcOrd="1" destOrd="0" presId="urn:microsoft.com/office/officeart/2016/7/layout/BasicLinearProcessNumbered"/>
    <dgm:cxn modelId="{F36B9818-9705-4005-9D1B-6BFE0C18AD0A}" type="presParOf" srcId="{CEFF10C3-94C6-4E15-A7F6-CD11B433D73B}" destId="{86A47183-982D-4F80-A210-9FC9B9D0C974}" srcOrd="2" destOrd="0" presId="urn:microsoft.com/office/officeart/2016/7/layout/BasicLinearProcessNumbered"/>
    <dgm:cxn modelId="{AD309476-96E7-4C40-AEFE-F62B26F8E89A}" type="presParOf" srcId="{CEFF10C3-94C6-4E15-A7F6-CD11B433D73B}" destId="{E73ECB34-B4B2-4771-8118-506432498AFC}" srcOrd="3" destOrd="0" presId="urn:microsoft.com/office/officeart/2016/7/layout/BasicLinearProcessNumbered"/>
    <dgm:cxn modelId="{E42261BB-F7B8-46CD-8099-BE20F96A9743}" type="presParOf" srcId="{73DA7D33-BABA-4260-AC9C-375FD0E179FB}" destId="{6528497D-B5E6-4290-82A1-28D78FE99ED2}" srcOrd="1" destOrd="0" presId="urn:microsoft.com/office/officeart/2016/7/layout/BasicLinearProcessNumbered"/>
    <dgm:cxn modelId="{5080C3AC-0C10-4359-926B-D3E5284460B8}" type="presParOf" srcId="{73DA7D33-BABA-4260-AC9C-375FD0E179FB}" destId="{EA7AA841-6340-465F-9B33-A26EBC24678B}" srcOrd="2" destOrd="0" presId="urn:microsoft.com/office/officeart/2016/7/layout/BasicLinearProcessNumbered"/>
    <dgm:cxn modelId="{39C137A7-4CFA-4077-A12B-993CC1619249}" type="presParOf" srcId="{EA7AA841-6340-465F-9B33-A26EBC24678B}" destId="{182B6686-04A7-489A-8A79-8B567405300B}" srcOrd="0" destOrd="0" presId="urn:microsoft.com/office/officeart/2016/7/layout/BasicLinearProcessNumbered"/>
    <dgm:cxn modelId="{300B1710-EDBB-48ED-B882-2F74EF9DD2FD}" type="presParOf" srcId="{EA7AA841-6340-465F-9B33-A26EBC24678B}" destId="{6A9D8634-02D7-4DCB-96A8-B916D9D42B06}" srcOrd="1" destOrd="0" presId="urn:microsoft.com/office/officeart/2016/7/layout/BasicLinearProcessNumbered"/>
    <dgm:cxn modelId="{8D30E0DF-8B5F-420C-A73E-9D5EBEDCDFB7}" type="presParOf" srcId="{EA7AA841-6340-465F-9B33-A26EBC24678B}" destId="{705CD52F-544F-4CD2-BE85-773D480BE8F3}" srcOrd="2" destOrd="0" presId="urn:microsoft.com/office/officeart/2016/7/layout/BasicLinearProcessNumbered"/>
    <dgm:cxn modelId="{6C337095-DDD3-4811-9D74-9A972659CA23}" type="presParOf" srcId="{EA7AA841-6340-465F-9B33-A26EBC24678B}" destId="{A46E092B-B5C3-4E8E-90F1-751D7094AA1D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423E22E-6AE1-4931-BEB0-61C7F1BF99BE}" type="doc">
      <dgm:prSet loTypeId="urn:microsoft.com/office/officeart/2018/2/layout/IconCircle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AB3E956-547B-4169-A389-130ECE726C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CPU Utilization</a:t>
          </a:r>
        </a:p>
      </dgm:t>
    </dgm:pt>
    <dgm:pt modelId="{B5430DF2-4985-483B-BBB9-46753AA85F13}" type="parTrans" cxnId="{75684A50-6E0D-4A22-9A9A-B25F11F0D3A0}">
      <dgm:prSet/>
      <dgm:spPr/>
      <dgm:t>
        <a:bodyPr/>
        <a:lstStyle/>
        <a:p>
          <a:endParaRPr lang="en-US"/>
        </a:p>
      </dgm:t>
    </dgm:pt>
    <dgm:pt modelId="{D49DBF12-80AE-438A-BE76-45BA8667B418}" type="sibTrans" cxnId="{75684A50-6E0D-4A22-9A9A-B25F11F0D3A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412EC02-8724-4768-96A4-FECAFC4BD8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Network IN/OUT</a:t>
          </a:r>
        </a:p>
      </dgm:t>
    </dgm:pt>
    <dgm:pt modelId="{20E9F6AB-C2AA-47F2-977F-759632CF3172}" type="parTrans" cxnId="{7D3DE92B-1FE8-4589-B9BC-BBC0CAA0C709}">
      <dgm:prSet/>
      <dgm:spPr/>
      <dgm:t>
        <a:bodyPr/>
        <a:lstStyle/>
        <a:p>
          <a:endParaRPr lang="en-US"/>
        </a:p>
      </dgm:t>
    </dgm:pt>
    <dgm:pt modelId="{103C64DE-6648-4A89-B42C-D4FB0353706F}" type="sibTrans" cxnId="{7D3DE92B-1FE8-4589-B9BC-BBC0CAA0C70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5E3B08F-EC87-4CAA-9FB4-5AC52911E9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Disk read</a:t>
          </a:r>
        </a:p>
      </dgm:t>
    </dgm:pt>
    <dgm:pt modelId="{ED9DA44B-011C-45A1-9D11-46F2480EDD9F}" type="parTrans" cxnId="{346793F3-A8BB-4B69-88D3-9CBB1E32FD46}">
      <dgm:prSet/>
      <dgm:spPr/>
      <dgm:t>
        <a:bodyPr/>
        <a:lstStyle/>
        <a:p>
          <a:endParaRPr lang="en-US"/>
        </a:p>
      </dgm:t>
    </dgm:pt>
    <dgm:pt modelId="{A5E14C8D-772E-486E-AA4A-CC4D9486F869}" type="sibTrans" cxnId="{346793F3-A8BB-4B69-88D3-9CBB1E32FD4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8431485-8CCC-4DB9-87EE-FA492A397C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Disk write</a:t>
          </a:r>
        </a:p>
      </dgm:t>
    </dgm:pt>
    <dgm:pt modelId="{0A183CC9-D862-4326-BD82-6502D4B1505D}" type="parTrans" cxnId="{ACED48BE-E776-4975-9CF8-F1C38B22A7C2}">
      <dgm:prSet/>
      <dgm:spPr/>
      <dgm:t>
        <a:bodyPr/>
        <a:lstStyle/>
        <a:p>
          <a:endParaRPr lang="en-US"/>
        </a:p>
      </dgm:t>
    </dgm:pt>
    <dgm:pt modelId="{F64DBC89-9CAE-420A-9A11-A4613E26BCE1}" type="sibTrans" cxnId="{ACED48BE-E776-4975-9CF8-F1C38B22A7C2}">
      <dgm:prSet/>
      <dgm:spPr/>
      <dgm:t>
        <a:bodyPr/>
        <a:lstStyle/>
        <a:p>
          <a:endParaRPr lang="en-US"/>
        </a:p>
      </dgm:t>
    </dgm:pt>
    <dgm:pt modelId="{2F803EB4-A7E7-4391-86F5-6B1182807E01}" type="pres">
      <dgm:prSet presAssocID="{C423E22E-6AE1-4931-BEB0-61C7F1BF99BE}" presName="root" presStyleCnt="0">
        <dgm:presLayoutVars>
          <dgm:dir/>
          <dgm:resizeHandles val="exact"/>
        </dgm:presLayoutVars>
      </dgm:prSet>
      <dgm:spPr/>
    </dgm:pt>
    <dgm:pt modelId="{00B68F5D-5CED-4BE5-A488-8AD9EA8F601C}" type="pres">
      <dgm:prSet presAssocID="{C423E22E-6AE1-4931-BEB0-61C7F1BF99BE}" presName="container" presStyleCnt="0">
        <dgm:presLayoutVars>
          <dgm:dir/>
          <dgm:resizeHandles val="exact"/>
        </dgm:presLayoutVars>
      </dgm:prSet>
      <dgm:spPr/>
    </dgm:pt>
    <dgm:pt modelId="{9CB1A5AE-27EF-4893-8489-27B494C304FA}" type="pres">
      <dgm:prSet presAssocID="{7AB3E956-547B-4169-A389-130ECE726CB0}" presName="compNode" presStyleCnt="0"/>
      <dgm:spPr/>
    </dgm:pt>
    <dgm:pt modelId="{78A68BE5-997E-4325-949F-F3A85BDE87C3}" type="pres">
      <dgm:prSet presAssocID="{7AB3E956-547B-4169-A389-130ECE726CB0}" presName="iconBgRect" presStyleLbl="bgShp" presStyleIdx="0" presStyleCnt="4"/>
      <dgm:spPr/>
    </dgm:pt>
    <dgm:pt modelId="{F5F76A03-61CF-43F4-AF25-74F165BA0FAD}" type="pres">
      <dgm:prSet presAssocID="{7AB3E956-547B-4169-A389-130ECE726CB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A3A6BD2-EBC2-49BB-B1F5-EC5D01950095}" type="pres">
      <dgm:prSet presAssocID="{7AB3E956-547B-4169-A389-130ECE726CB0}" presName="spaceRect" presStyleCnt="0"/>
      <dgm:spPr/>
    </dgm:pt>
    <dgm:pt modelId="{480233A6-381E-4DAA-B996-ECD6ADD26CC0}" type="pres">
      <dgm:prSet presAssocID="{7AB3E956-547B-4169-A389-130ECE726CB0}" presName="textRect" presStyleLbl="revTx" presStyleIdx="0" presStyleCnt="4">
        <dgm:presLayoutVars>
          <dgm:chMax val="1"/>
          <dgm:chPref val="1"/>
        </dgm:presLayoutVars>
      </dgm:prSet>
      <dgm:spPr/>
    </dgm:pt>
    <dgm:pt modelId="{49A08770-4FAB-4445-9BF4-5F09089ED9F9}" type="pres">
      <dgm:prSet presAssocID="{D49DBF12-80AE-438A-BE76-45BA8667B418}" presName="sibTrans" presStyleLbl="sibTrans2D1" presStyleIdx="0" presStyleCnt="0"/>
      <dgm:spPr/>
    </dgm:pt>
    <dgm:pt modelId="{DAB36725-7F04-4327-A8EA-048C4232586B}" type="pres">
      <dgm:prSet presAssocID="{7412EC02-8724-4768-96A4-FECAFC4BD8F4}" presName="compNode" presStyleCnt="0"/>
      <dgm:spPr/>
    </dgm:pt>
    <dgm:pt modelId="{F8160226-3111-4163-94CF-6642B364160D}" type="pres">
      <dgm:prSet presAssocID="{7412EC02-8724-4768-96A4-FECAFC4BD8F4}" presName="iconBgRect" presStyleLbl="bgShp" presStyleIdx="1" presStyleCnt="4"/>
      <dgm:spPr/>
    </dgm:pt>
    <dgm:pt modelId="{5B26C7D8-DB48-4ACF-93D8-E72FF217B8E3}" type="pres">
      <dgm:prSet presAssocID="{7412EC02-8724-4768-96A4-FECAFC4BD8F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A4CE81F8-75D5-4480-8D0B-DA9D6C228EC1}" type="pres">
      <dgm:prSet presAssocID="{7412EC02-8724-4768-96A4-FECAFC4BD8F4}" presName="spaceRect" presStyleCnt="0"/>
      <dgm:spPr/>
    </dgm:pt>
    <dgm:pt modelId="{0E744384-2985-4CAA-97EB-BE5C38DC1CA6}" type="pres">
      <dgm:prSet presAssocID="{7412EC02-8724-4768-96A4-FECAFC4BD8F4}" presName="textRect" presStyleLbl="revTx" presStyleIdx="1" presStyleCnt="4">
        <dgm:presLayoutVars>
          <dgm:chMax val="1"/>
          <dgm:chPref val="1"/>
        </dgm:presLayoutVars>
      </dgm:prSet>
      <dgm:spPr/>
    </dgm:pt>
    <dgm:pt modelId="{FE507921-138C-4390-A17C-A871136966FD}" type="pres">
      <dgm:prSet presAssocID="{103C64DE-6648-4A89-B42C-D4FB0353706F}" presName="sibTrans" presStyleLbl="sibTrans2D1" presStyleIdx="0" presStyleCnt="0"/>
      <dgm:spPr/>
    </dgm:pt>
    <dgm:pt modelId="{F0F2E02F-648C-48DB-8E06-3DC53DB8C09A}" type="pres">
      <dgm:prSet presAssocID="{F5E3B08F-EC87-4CAA-9FB4-5AC52911E993}" presName="compNode" presStyleCnt="0"/>
      <dgm:spPr/>
    </dgm:pt>
    <dgm:pt modelId="{EB29FA31-0EE2-403F-B5B9-DA2BFF0A44A7}" type="pres">
      <dgm:prSet presAssocID="{F5E3B08F-EC87-4CAA-9FB4-5AC52911E993}" presName="iconBgRect" presStyleLbl="bgShp" presStyleIdx="2" presStyleCnt="4"/>
      <dgm:spPr/>
    </dgm:pt>
    <dgm:pt modelId="{B48B92A2-4B93-4612-8DDC-5059DF8A36FB}" type="pres">
      <dgm:prSet presAssocID="{F5E3B08F-EC87-4CAA-9FB4-5AC52911E99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86526F97-A536-4D5F-993D-6B478EFCF5E3}" type="pres">
      <dgm:prSet presAssocID="{F5E3B08F-EC87-4CAA-9FB4-5AC52911E993}" presName="spaceRect" presStyleCnt="0"/>
      <dgm:spPr/>
    </dgm:pt>
    <dgm:pt modelId="{0FFC9787-837A-41B5-B21A-869A91208117}" type="pres">
      <dgm:prSet presAssocID="{F5E3B08F-EC87-4CAA-9FB4-5AC52911E993}" presName="textRect" presStyleLbl="revTx" presStyleIdx="2" presStyleCnt="4">
        <dgm:presLayoutVars>
          <dgm:chMax val="1"/>
          <dgm:chPref val="1"/>
        </dgm:presLayoutVars>
      </dgm:prSet>
      <dgm:spPr/>
    </dgm:pt>
    <dgm:pt modelId="{26F5B24A-5B54-4788-8688-6481224B8876}" type="pres">
      <dgm:prSet presAssocID="{A5E14C8D-772E-486E-AA4A-CC4D9486F869}" presName="sibTrans" presStyleLbl="sibTrans2D1" presStyleIdx="0" presStyleCnt="0"/>
      <dgm:spPr/>
    </dgm:pt>
    <dgm:pt modelId="{C6427CD2-1002-4A57-9C0B-E6DC8065E7B6}" type="pres">
      <dgm:prSet presAssocID="{E8431485-8CCC-4DB9-87EE-FA492A397CFA}" presName="compNode" presStyleCnt="0"/>
      <dgm:spPr/>
    </dgm:pt>
    <dgm:pt modelId="{ECD5124B-9F86-4D57-8846-82293539CA12}" type="pres">
      <dgm:prSet presAssocID="{E8431485-8CCC-4DB9-87EE-FA492A397CFA}" presName="iconBgRect" presStyleLbl="bgShp" presStyleIdx="3" presStyleCnt="4"/>
      <dgm:spPr/>
    </dgm:pt>
    <dgm:pt modelId="{3B90975C-E92C-42AE-AB6C-289EC231EBB6}" type="pres">
      <dgm:prSet presAssocID="{E8431485-8CCC-4DB9-87EE-FA492A397CF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23CE47F7-174A-4C16-8305-4A5A33F2F3A8}" type="pres">
      <dgm:prSet presAssocID="{E8431485-8CCC-4DB9-87EE-FA492A397CFA}" presName="spaceRect" presStyleCnt="0"/>
      <dgm:spPr/>
    </dgm:pt>
    <dgm:pt modelId="{6BCA6501-7451-453A-9CCF-5C1C778E9BEA}" type="pres">
      <dgm:prSet presAssocID="{E8431485-8CCC-4DB9-87EE-FA492A397CF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D3DE92B-1FE8-4589-B9BC-BBC0CAA0C709}" srcId="{C423E22E-6AE1-4931-BEB0-61C7F1BF99BE}" destId="{7412EC02-8724-4768-96A4-FECAFC4BD8F4}" srcOrd="1" destOrd="0" parTransId="{20E9F6AB-C2AA-47F2-977F-759632CF3172}" sibTransId="{103C64DE-6648-4A89-B42C-D4FB0353706F}"/>
    <dgm:cxn modelId="{52018544-1A3B-4FBE-ACF7-D5F849C35970}" type="presOf" srcId="{7412EC02-8724-4768-96A4-FECAFC4BD8F4}" destId="{0E744384-2985-4CAA-97EB-BE5C38DC1CA6}" srcOrd="0" destOrd="0" presId="urn:microsoft.com/office/officeart/2018/2/layout/IconCircleList"/>
    <dgm:cxn modelId="{CFE8D744-B824-4885-944F-07C2081E646D}" type="presOf" srcId="{A5E14C8D-772E-486E-AA4A-CC4D9486F869}" destId="{26F5B24A-5B54-4788-8688-6481224B8876}" srcOrd="0" destOrd="0" presId="urn:microsoft.com/office/officeart/2018/2/layout/IconCircleList"/>
    <dgm:cxn modelId="{75684A50-6E0D-4A22-9A9A-B25F11F0D3A0}" srcId="{C423E22E-6AE1-4931-BEB0-61C7F1BF99BE}" destId="{7AB3E956-547B-4169-A389-130ECE726CB0}" srcOrd="0" destOrd="0" parTransId="{B5430DF2-4985-483B-BBB9-46753AA85F13}" sibTransId="{D49DBF12-80AE-438A-BE76-45BA8667B418}"/>
    <dgm:cxn modelId="{6F378F77-12B0-4D51-A916-18C25F42CD32}" type="presOf" srcId="{E8431485-8CCC-4DB9-87EE-FA492A397CFA}" destId="{6BCA6501-7451-453A-9CCF-5C1C778E9BEA}" srcOrd="0" destOrd="0" presId="urn:microsoft.com/office/officeart/2018/2/layout/IconCircleList"/>
    <dgm:cxn modelId="{EBFAD783-5CF6-41B9-9012-D4D38561A93D}" type="presOf" srcId="{7AB3E956-547B-4169-A389-130ECE726CB0}" destId="{480233A6-381E-4DAA-B996-ECD6ADD26CC0}" srcOrd="0" destOrd="0" presId="urn:microsoft.com/office/officeart/2018/2/layout/IconCircleList"/>
    <dgm:cxn modelId="{ACED48BE-E776-4975-9CF8-F1C38B22A7C2}" srcId="{C423E22E-6AE1-4931-BEB0-61C7F1BF99BE}" destId="{E8431485-8CCC-4DB9-87EE-FA492A397CFA}" srcOrd="3" destOrd="0" parTransId="{0A183CC9-D862-4326-BD82-6502D4B1505D}" sibTransId="{F64DBC89-9CAE-420A-9A11-A4613E26BCE1}"/>
    <dgm:cxn modelId="{5A694AD8-9633-4C27-9D47-156D0AF814DF}" type="presOf" srcId="{F5E3B08F-EC87-4CAA-9FB4-5AC52911E993}" destId="{0FFC9787-837A-41B5-B21A-869A91208117}" srcOrd="0" destOrd="0" presId="urn:microsoft.com/office/officeart/2018/2/layout/IconCircleList"/>
    <dgm:cxn modelId="{CA485FDB-5CD1-4F29-85D9-A24D41E8B689}" type="presOf" srcId="{103C64DE-6648-4A89-B42C-D4FB0353706F}" destId="{FE507921-138C-4390-A17C-A871136966FD}" srcOrd="0" destOrd="0" presId="urn:microsoft.com/office/officeart/2018/2/layout/IconCircleList"/>
    <dgm:cxn modelId="{FDE5F7E7-E9A1-4EAF-83EB-262409D27881}" type="presOf" srcId="{D49DBF12-80AE-438A-BE76-45BA8667B418}" destId="{49A08770-4FAB-4445-9BF4-5F09089ED9F9}" srcOrd="0" destOrd="0" presId="urn:microsoft.com/office/officeart/2018/2/layout/IconCircleList"/>
    <dgm:cxn modelId="{346793F3-A8BB-4B69-88D3-9CBB1E32FD46}" srcId="{C423E22E-6AE1-4931-BEB0-61C7F1BF99BE}" destId="{F5E3B08F-EC87-4CAA-9FB4-5AC52911E993}" srcOrd="2" destOrd="0" parTransId="{ED9DA44B-011C-45A1-9D11-46F2480EDD9F}" sibTransId="{A5E14C8D-772E-486E-AA4A-CC4D9486F869}"/>
    <dgm:cxn modelId="{645DB0FE-EEF9-4AB5-A85C-C99D2E95C49B}" type="presOf" srcId="{C423E22E-6AE1-4931-BEB0-61C7F1BF99BE}" destId="{2F803EB4-A7E7-4391-86F5-6B1182807E01}" srcOrd="0" destOrd="0" presId="urn:microsoft.com/office/officeart/2018/2/layout/IconCircleList"/>
    <dgm:cxn modelId="{CD8CBD8E-60B1-4CDC-8A2D-C266ED0486CF}" type="presParOf" srcId="{2F803EB4-A7E7-4391-86F5-6B1182807E01}" destId="{00B68F5D-5CED-4BE5-A488-8AD9EA8F601C}" srcOrd="0" destOrd="0" presId="urn:microsoft.com/office/officeart/2018/2/layout/IconCircleList"/>
    <dgm:cxn modelId="{6AAA4DE9-467D-4FF1-8E5A-0ACDDC146129}" type="presParOf" srcId="{00B68F5D-5CED-4BE5-A488-8AD9EA8F601C}" destId="{9CB1A5AE-27EF-4893-8489-27B494C304FA}" srcOrd="0" destOrd="0" presId="urn:microsoft.com/office/officeart/2018/2/layout/IconCircleList"/>
    <dgm:cxn modelId="{F6629427-1432-443A-9ABD-E7A926AEA9C9}" type="presParOf" srcId="{9CB1A5AE-27EF-4893-8489-27B494C304FA}" destId="{78A68BE5-997E-4325-949F-F3A85BDE87C3}" srcOrd="0" destOrd="0" presId="urn:microsoft.com/office/officeart/2018/2/layout/IconCircleList"/>
    <dgm:cxn modelId="{F6110432-4DD8-4777-88BB-FA5CEA541E2C}" type="presParOf" srcId="{9CB1A5AE-27EF-4893-8489-27B494C304FA}" destId="{F5F76A03-61CF-43F4-AF25-74F165BA0FAD}" srcOrd="1" destOrd="0" presId="urn:microsoft.com/office/officeart/2018/2/layout/IconCircleList"/>
    <dgm:cxn modelId="{5E9057C4-DF0F-471C-8D17-D5907D3D01AC}" type="presParOf" srcId="{9CB1A5AE-27EF-4893-8489-27B494C304FA}" destId="{8A3A6BD2-EBC2-49BB-B1F5-EC5D01950095}" srcOrd="2" destOrd="0" presId="urn:microsoft.com/office/officeart/2018/2/layout/IconCircleList"/>
    <dgm:cxn modelId="{B03FB94B-C270-4C80-BB42-1117196F5A89}" type="presParOf" srcId="{9CB1A5AE-27EF-4893-8489-27B494C304FA}" destId="{480233A6-381E-4DAA-B996-ECD6ADD26CC0}" srcOrd="3" destOrd="0" presId="urn:microsoft.com/office/officeart/2018/2/layout/IconCircleList"/>
    <dgm:cxn modelId="{E5A16D10-A44F-47DB-8368-897EDD25DF68}" type="presParOf" srcId="{00B68F5D-5CED-4BE5-A488-8AD9EA8F601C}" destId="{49A08770-4FAB-4445-9BF4-5F09089ED9F9}" srcOrd="1" destOrd="0" presId="urn:microsoft.com/office/officeart/2018/2/layout/IconCircleList"/>
    <dgm:cxn modelId="{64392AC6-7E19-4C46-B962-6737C598FF38}" type="presParOf" srcId="{00B68F5D-5CED-4BE5-A488-8AD9EA8F601C}" destId="{DAB36725-7F04-4327-A8EA-048C4232586B}" srcOrd="2" destOrd="0" presId="urn:microsoft.com/office/officeart/2018/2/layout/IconCircleList"/>
    <dgm:cxn modelId="{97ADEDE3-0953-4952-980F-04224EB9CA86}" type="presParOf" srcId="{DAB36725-7F04-4327-A8EA-048C4232586B}" destId="{F8160226-3111-4163-94CF-6642B364160D}" srcOrd="0" destOrd="0" presId="urn:microsoft.com/office/officeart/2018/2/layout/IconCircleList"/>
    <dgm:cxn modelId="{EA95F9A9-E22A-413A-91C9-01081232FC3B}" type="presParOf" srcId="{DAB36725-7F04-4327-A8EA-048C4232586B}" destId="{5B26C7D8-DB48-4ACF-93D8-E72FF217B8E3}" srcOrd="1" destOrd="0" presId="urn:microsoft.com/office/officeart/2018/2/layout/IconCircleList"/>
    <dgm:cxn modelId="{13B17E94-E738-4D98-8E28-EF759DE36248}" type="presParOf" srcId="{DAB36725-7F04-4327-A8EA-048C4232586B}" destId="{A4CE81F8-75D5-4480-8D0B-DA9D6C228EC1}" srcOrd="2" destOrd="0" presId="urn:microsoft.com/office/officeart/2018/2/layout/IconCircleList"/>
    <dgm:cxn modelId="{5A022540-9DB8-4FBA-B885-3BBC64941F7C}" type="presParOf" srcId="{DAB36725-7F04-4327-A8EA-048C4232586B}" destId="{0E744384-2985-4CAA-97EB-BE5C38DC1CA6}" srcOrd="3" destOrd="0" presId="urn:microsoft.com/office/officeart/2018/2/layout/IconCircleList"/>
    <dgm:cxn modelId="{7C53212E-002C-4445-955C-19A2DA0A2422}" type="presParOf" srcId="{00B68F5D-5CED-4BE5-A488-8AD9EA8F601C}" destId="{FE507921-138C-4390-A17C-A871136966FD}" srcOrd="3" destOrd="0" presId="urn:microsoft.com/office/officeart/2018/2/layout/IconCircleList"/>
    <dgm:cxn modelId="{A9B623CE-2D0B-4104-827C-1C84BD1E3A4D}" type="presParOf" srcId="{00B68F5D-5CED-4BE5-A488-8AD9EA8F601C}" destId="{F0F2E02F-648C-48DB-8E06-3DC53DB8C09A}" srcOrd="4" destOrd="0" presId="urn:microsoft.com/office/officeart/2018/2/layout/IconCircleList"/>
    <dgm:cxn modelId="{53ABA925-E5B3-4BCC-9BA9-4CE5A7EC4F64}" type="presParOf" srcId="{F0F2E02F-648C-48DB-8E06-3DC53DB8C09A}" destId="{EB29FA31-0EE2-403F-B5B9-DA2BFF0A44A7}" srcOrd="0" destOrd="0" presId="urn:microsoft.com/office/officeart/2018/2/layout/IconCircleList"/>
    <dgm:cxn modelId="{DBA6B543-E20A-449F-A630-E5759F5E1975}" type="presParOf" srcId="{F0F2E02F-648C-48DB-8E06-3DC53DB8C09A}" destId="{B48B92A2-4B93-4612-8DDC-5059DF8A36FB}" srcOrd="1" destOrd="0" presId="urn:microsoft.com/office/officeart/2018/2/layout/IconCircleList"/>
    <dgm:cxn modelId="{AA08471E-1AD2-429B-85F8-315502BCB9F3}" type="presParOf" srcId="{F0F2E02F-648C-48DB-8E06-3DC53DB8C09A}" destId="{86526F97-A536-4D5F-993D-6B478EFCF5E3}" srcOrd="2" destOrd="0" presId="urn:microsoft.com/office/officeart/2018/2/layout/IconCircleList"/>
    <dgm:cxn modelId="{1AAB4130-DBA2-49CE-89CF-6F89E46A3EB9}" type="presParOf" srcId="{F0F2E02F-648C-48DB-8E06-3DC53DB8C09A}" destId="{0FFC9787-837A-41B5-B21A-869A91208117}" srcOrd="3" destOrd="0" presId="urn:microsoft.com/office/officeart/2018/2/layout/IconCircleList"/>
    <dgm:cxn modelId="{120A9899-E4ED-4C20-9720-7F7654375E12}" type="presParOf" srcId="{00B68F5D-5CED-4BE5-A488-8AD9EA8F601C}" destId="{26F5B24A-5B54-4788-8688-6481224B8876}" srcOrd="5" destOrd="0" presId="urn:microsoft.com/office/officeart/2018/2/layout/IconCircleList"/>
    <dgm:cxn modelId="{E0D1D6C5-CA9B-40F4-9D32-819ACA60A7A0}" type="presParOf" srcId="{00B68F5D-5CED-4BE5-A488-8AD9EA8F601C}" destId="{C6427CD2-1002-4A57-9C0B-E6DC8065E7B6}" srcOrd="6" destOrd="0" presId="urn:microsoft.com/office/officeart/2018/2/layout/IconCircleList"/>
    <dgm:cxn modelId="{3AC8C4C0-BA91-41FA-A41C-AA9CB4AE599F}" type="presParOf" srcId="{C6427CD2-1002-4A57-9C0B-E6DC8065E7B6}" destId="{ECD5124B-9F86-4D57-8846-82293539CA12}" srcOrd="0" destOrd="0" presId="urn:microsoft.com/office/officeart/2018/2/layout/IconCircleList"/>
    <dgm:cxn modelId="{4AD7382C-9DFB-4A80-8A4A-D5C69E1AE10A}" type="presParOf" srcId="{C6427CD2-1002-4A57-9C0B-E6DC8065E7B6}" destId="{3B90975C-E92C-42AE-AB6C-289EC231EBB6}" srcOrd="1" destOrd="0" presId="urn:microsoft.com/office/officeart/2018/2/layout/IconCircleList"/>
    <dgm:cxn modelId="{E5C56B08-1BE5-4661-9019-56FBF22FE7EF}" type="presParOf" srcId="{C6427CD2-1002-4A57-9C0B-E6DC8065E7B6}" destId="{23CE47F7-174A-4C16-8305-4A5A33F2F3A8}" srcOrd="2" destOrd="0" presId="urn:microsoft.com/office/officeart/2018/2/layout/IconCircleList"/>
    <dgm:cxn modelId="{5FA8EA1C-93A1-458C-A61C-931F3C601635}" type="presParOf" srcId="{C6427CD2-1002-4A57-9C0B-E6DC8065E7B6}" destId="{6BCA6501-7451-453A-9CCF-5C1C778E9BE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0262168-CC1B-465B-BB42-FC1C70B84339}" type="doc">
      <dgm:prSet loTypeId="urn:microsoft.com/office/officeart/2005/8/layout/arrow5" loCatId="relationship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B64FE40-E8F9-497B-8E96-6C2EF27A4DA5}">
      <dgm:prSet/>
      <dgm:spPr/>
      <dgm:t>
        <a:bodyPr/>
        <a:lstStyle/>
        <a:p>
          <a:r>
            <a:rPr lang="en-US" dirty="0"/>
            <a:t>Launch Configuration</a:t>
          </a:r>
        </a:p>
      </dgm:t>
    </dgm:pt>
    <dgm:pt modelId="{A6C801D7-852C-44C7-B620-3AA132490B7B}" type="parTrans" cxnId="{B1531CD0-E21C-4D6E-9858-765F7EF8FFFC}">
      <dgm:prSet/>
      <dgm:spPr/>
      <dgm:t>
        <a:bodyPr/>
        <a:lstStyle/>
        <a:p>
          <a:endParaRPr lang="en-US"/>
        </a:p>
      </dgm:t>
    </dgm:pt>
    <dgm:pt modelId="{99017861-7D9A-47A8-B3A1-31E0E8E051E4}" type="sibTrans" cxnId="{B1531CD0-E21C-4D6E-9858-765F7EF8FFFC}">
      <dgm:prSet/>
      <dgm:spPr/>
      <dgm:t>
        <a:bodyPr/>
        <a:lstStyle/>
        <a:p>
          <a:endParaRPr lang="en-US"/>
        </a:p>
      </dgm:t>
    </dgm:pt>
    <dgm:pt modelId="{CED19F49-A8A0-4750-B1D3-723533351E02}">
      <dgm:prSet/>
      <dgm:spPr/>
      <dgm:t>
        <a:bodyPr/>
        <a:lstStyle/>
        <a:p>
          <a:r>
            <a:rPr lang="en-US"/>
            <a:t>Autoscaling Group</a:t>
          </a:r>
        </a:p>
      </dgm:t>
    </dgm:pt>
    <dgm:pt modelId="{18ADFEE8-5DFA-4410-AB07-BA24E0D928DB}" type="parTrans" cxnId="{68A94FC0-560D-4365-8CBC-399EE5CC2DC6}">
      <dgm:prSet/>
      <dgm:spPr/>
      <dgm:t>
        <a:bodyPr/>
        <a:lstStyle/>
        <a:p>
          <a:endParaRPr lang="en-US"/>
        </a:p>
      </dgm:t>
    </dgm:pt>
    <dgm:pt modelId="{067CD7A4-F311-49F6-922B-1BC359BA1BB4}" type="sibTrans" cxnId="{68A94FC0-560D-4365-8CBC-399EE5CC2DC6}">
      <dgm:prSet/>
      <dgm:spPr/>
      <dgm:t>
        <a:bodyPr/>
        <a:lstStyle/>
        <a:p>
          <a:endParaRPr lang="en-US"/>
        </a:p>
      </dgm:t>
    </dgm:pt>
    <dgm:pt modelId="{D419AC2F-0803-406D-A86B-743E4BA08DF3}" type="pres">
      <dgm:prSet presAssocID="{90262168-CC1B-465B-BB42-FC1C70B84339}" presName="diagram" presStyleCnt="0">
        <dgm:presLayoutVars>
          <dgm:dir/>
          <dgm:resizeHandles val="exact"/>
        </dgm:presLayoutVars>
      </dgm:prSet>
      <dgm:spPr/>
    </dgm:pt>
    <dgm:pt modelId="{09CF6FCD-71FC-4E4E-8656-AE6AA9EB6CF2}" type="pres">
      <dgm:prSet presAssocID="{6B64FE40-E8F9-497B-8E96-6C2EF27A4DA5}" presName="arrow" presStyleLbl="node1" presStyleIdx="0" presStyleCnt="2">
        <dgm:presLayoutVars>
          <dgm:bulletEnabled val="1"/>
        </dgm:presLayoutVars>
      </dgm:prSet>
      <dgm:spPr/>
    </dgm:pt>
    <dgm:pt modelId="{2906ACFF-0809-4DA2-9A58-69FF2661E45A}" type="pres">
      <dgm:prSet presAssocID="{CED19F49-A8A0-4750-B1D3-723533351E02}" presName="arrow" presStyleLbl="node1" presStyleIdx="1" presStyleCnt="2">
        <dgm:presLayoutVars>
          <dgm:bulletEnabled val="1"/>
        </dgm:presLayoutVars>
      </dgm:prSet>
      <dgm:spPr/>
    </dgm:pt>
  </dgm:ptLst>
  <dgm:cxnLst>
    <dgm:cxn modelId="{D6393805-DAA2-4F97-885E-C3A61EECF26B}" type="presOf" srcId="{6B64FE40-E8F9-497B-8E96-6C2EF27A4DA5}" destId="{09CF6FCD-71FC-4E4E-8656-AE6AA9EB6CF2}" srcOrd="0" destOrd="0" presId="urn:microsoft.com/office/officeart/2005/8/layout/arrow5"/>
    <dgm:cxn modelId="{C74D5908-7DE2-499A-AF1A-0D6E7464D253}" type="presOf" srcId="{90262168-CC1B-465B-BB42-FC1C70B84339}" destId="{D419AC2F-0803-406D-A86B-743E4BA08DF3}" srcOrd="0" destOrd="0" presId="urn:microsoft.com/office/officeart/2005/8/layout/arrow5"/>
    <dgm:cxn modelId="{68A94FC0-560D-4365-8CBC-399EE5CC2DC6}" srcId="{90262168-CC1B-465B-BB42-FC1C70B84339}" destId="{CED19F49-A8A0-4750-B1D3-723533351E02}" srcOrd="1" destOrd="0" parTransId="{18ADFEE8-5DFA-4410-AB07-BA24E0D928DB}" sibTransId="{067CD7A4-F311-49F6-922B-1BC359BA1BB4}"/>
    <dgm:cxn modelId="{B1531CD0-E21C-4D6E-9858-765F7EF8FFFC}" srcId="{90262168-CC1B-465B-BB42-FC1C70B84339}" destId="{6B64FE40-E8F9-497B-8E96-6C2EF27A4DA5}" srcOrd="0" destOrd="0" parTransId="{A6C801D7-852C-44C7-B620-3AA132490B7B}" sibTransId="{99017861-7D9A-47A8-B3A1-31E0E8E051E4}"/>
    <dgm:cxn modelId="{C92858F7-86C2-432C-882B-89EAE88C447E}" type="presOf" srcId="{CED19F49-A8A0-4750-B1D3-723533351E02}" destId="{2906ACFF-0809-4DA2-9A58-69FF2661E45A}" srcOrd="0" destOrd="0" presId="urn:microsoft.com/office/officeart/2005/8/layout/arrow5"/>
    <dgm:cxn modelId="{9BE874F8-3675-48AF-B3D5-7008FF5C314C}" type="presParOf" srcId="{D419AC2F-0803-406D-A86B-743E4BA08DF3}" destId="{09CF6FCD-71FC-4E4E-8656-AE6AA9EB6CF2}" srcOrd="0" destOrd="0" presId="urn:microsoft.com/office/officeart/2005/8/layout/arrow5"/>
    <dgm:cxn modelId="{887EC5B5-C271-42A5-A7D3-3016685E1377}" type="presParOf" srcId="{D419AC2F-0803-406D-A86B-743E4BA08DF3}" destId="{2906ACFF-0809-4DA2-9A58-69FF2661E45A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9BD5166-CA84-47B9-974F-4167BF5F1F0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B14EF00-B7AA-49D5-A5BC-125780AF5897}">
      <dgm:prSet/>
      <dgm:spPr/>
      <dgm:t>
        <a:bodyPr/>
        <a:lstStyle/>
        <a:p>
          <a:r>
            <a:rPr lang="en-IN" b="1"/>
            <a:t>Options Configured for an EC2</a:t>
          </a:r>
          <a:endParaRPr lang="en-US"/>
        </a:p>
      </dgm:t>
    </dgm:pt>
    <dgm:pt modelId="{FAAF6485-84EB-4EBC-AA81-67C21968CA81}" type="parTrans" cxnId="{679DA905-D4AD-43C5-984E-902870904E5A}">
      <dgm:prSet/>
      <dgm:spPr/>
      <dgm:t>
        <a:bodyPr/>
        <a:lstStyle/>
        <a:p>
          <a:endParaRPr lang="en-US"/>
        </a:p>
      </dgm:t>
    </dgm:pt>
    <dgm:pt modelId="{92F886ED-651B-4EF4-A723-DFC61FE35FC3}" type="sibTrans" cxnId="{679DA905-D4AD-43C5-984E-902870904E5A}">
      <dgm:prSet/>
      <dgm:spPr/>
      <dgm:t>
        <a:bodyPr/>
        <a:lstStyle/>
        <a:p>
          <a:endParaRPr lang="en-US"/>
        </a:p>
      </dgm:t>
    </dgm:pt>
    <dgm:pt modelId="{03E5C973-7F30-42D2-A10B-D62D766C5CAB}">
      <dgm:prSet/>
      <dgm:spPr/>
      <dgm:t>
        <a:bodyPr/>
        <a:lstStyle/>
        <a:p>
          <a:r>
            <a:rPr lang="en-IN"/>
            <a:t>AMI</a:t>
          </a:r>
          <a:endParaRPr lang="en-US"/>
        </a:p>
      </dgm:t>
    </dgm:pt>
    <dgm:pt modelId="{CDC4D13D-89E3-4268-8705-D087B8DE62C7}" type="parTrans" cxnId="{E4DE1DCA-DC8F-4C98-95C5-F88B662A1127}">
      <dgm:prSet/>
      <dgm:spPr/>
      <dgm:t>
        <a:bodyPr/>
        <a:lstStyle/>
        <a:p>
          <a:endParaRPr lang="en-US"/>
        </a:p>
      </dgm:t>
    </dgm:pt>
    <dgm:pt modelId="{D89A9409-DD41-4411-AF66-39D92182CA0D}" type="sibTrans" cxnId="{E4DE1DCA-DC8F-4C98-95C5-F88B662A1127}">
      <dgm:prSet/>
      <dgm:spPr/>
      <dgm:t>
        <a:bodyPr/>
        <a:lstStyle/>
        <a:p>
          <a:endParaRPr lang="en-US"/>
        </a:p>
      </dgm:t>
    </dgm:pt>
    <dgm:pt modelId="{306DD7EC-F74A-4A41-A942-D4506E7D83ED}">
      <dgm:prSet/>
      <dgm:spPr/>
      <dgm:t>
        <a:bodyPr/>
        <a:lstStyle/>
        <a:p>
          <a:r>
            <a:rPr lang="en-IN"/>
            <a:t>Instance type</a:t>
          </a:r>
          <a:endParaRPr lang="en-US"/>
        </a:p>
      </dgm:t>
    </dgm:pt>
    <dgm:pt modelId="{32ABA880-1D5B-4B2D-80BE-191ACE08A9EA}" type="parTrans" cxnId="{6E3133E1-B0EB-48DF-9D1D-566D62970320}">
      <dgm:prSet/>
      <dgm:spPr/>
      <dgm:t>
        <a:bodyPr/>
        <a:lstStyle/>
        <a:p>
          <a:endParaRPr lang="en-US"/>
        </a:p>
      </dgm:t>
    </dgm:pt>
    <dgm:pt modelId="{8B894C14-F4C8-4791-BB5D-8B3765D3BFDD}" type="sibTrans" cxnId="{6E3133E1-B0EB-48DF-9D1D-566D62970320}">
      <dgm:prSet/>
      <dgm:spPr/>
      <dgm:t>
        <a:bodyPr/>
        <a:lstStyle/>
        <a:p>
          <a:endParaRPr lang="en-US"/>
        </a:p>
      </dgm:t>
    </dgm:pt>
    <dgm:pt modelId="{233D2B6C-97BD-4007-8EB6-3BF3DC4F4CF6}">
      <dgm:prSet/>
      <dgm:spPr/>
      <dgm:t>
        <a:bodyPr/>
        <a:lstStyle/>
        <a:p>
          <a:r>
            <a:rPr lang="en-IN"/>
            <a:t>Launch Config name with Advance Details</a:t>
          </a:r>
          <a:endParaRPr lang="en-US"/>
        </a:p>
      </dgm:t>
    </dgm:pt>
    <dgm:pt modelId="{B383A62F-7630-430E-B417-71A46EB2CC22}" type="parTrans" cxnId="{D46991C1-6DE1-4EBE-9BC1-FAC1C089EF0B}">
      <dgm:prSet/>
      <dgm:spPr/>
      <dgm:t>
        <a:bodyPr/>
        <a:lstStyle/>
        <a:p>
          <a:endParaRPr lang="en-US"/>
        </a:p>
      </dgm:t>
    </dgm:pt>
    <dgm:pt modelId="{46C4E65B-DBA1-4370-9243-C67C5D8FB7DD}" type="sibTrans" cxnId="{D46991C1-6DE1-4EBE-9BC1-FAC1C089EF0B}">
      <dgm:prSet/>
      <dgm:spPr/>
      <dgm:t>
        <a:bodyPr/>
        <a:lstStyle/>
        <a:p>
          <a:endParaRPr lang="en-US"/>
        </a:p>
      </dgm:t>
    </dgm:pt>
    <dgm:pt modelId="{0FB58F7D-04EE-4854-A2B6-572075B52683}">
      <dgm:prSet/>
      <dgm:spPr/>
      <dgm:t>
        <a:bodyPr/>
        <a:lstStyle/>
        <a:p>
          <a:r>
            <a:rPr lang="en-IN"/>
            <a:t>Specify whether IPV4 public is required are not on each EC2 instance</a:t>
          </a:r>
          <a:endParaRPr lang="en-US"/>
        </a:p>
      </dgm:t>
    </dgm:pt>
    <dgm:pt modelId="{860C0193-44A0-4C67-8937-18AD848A41E5}" type="parTrans" cxnId="{B9C0EB3F-1959-4322-99DD-E5B2479640D5}">
      <dgm:prSet/>
      <dgm:spPr/>
      <dgm:t>
        <a:bodyPr/>
        <a:lstStyle/>
        <a:p>
          <a:endParaRPr lang="en-US"/>
        </a:p>
      </dgm:t>
    </dgm:pt>
    <dgm:pt modelId="{D623BECD-7057-4274-8887-DEB92B1DD25F}" type="sibTrans" cxnId="{B9C0EB3F-1959-4322-99DD-E5B2479640D5}">
      <dgm:prSet/>
      <dgm:spPr/>
      <dgm:t>
        <a:bodyPr/>
        <a:lstStyle/>
        <a:p>
          <a:endParaRPr lang="en-US"/>
        </a:p>
      </dgm:t>
    </dgm:pt>
    <dgm:pt modelId="{118949AC-DF39-4830-8EA6-8BDE09B22988}">
      <dgm:prSet/>
      <dgm:spPr/>
      <dgm:t>
        <a:bodyPr/>
        <a:lstStyle/>
        <a:p>
          <a:r>
            <a:rPr lang="en-IN"/>
            <a:t>Disks/Volume</a:t>
          </a:r>
          <a:endParaRPr lang="en-US"/>
        </a:p>
      </dgm:t>
    </dgm:pt>
    <dgm:pt modelId="{B5BC3C3C-0083-4038-B767-B2B1CBF42C3F}" type="parTrans" cxnId="{0A347F26-9686-4BCC-828E-1D0FB1C5B66D}">
      <dgm:prSet/>
      <dgm:spPr/>
      <dgm:t>
        <a:bodyPr/>
        <a:lstStyle/>
        <a:p>
          <a:endParaRPr lang="en-US"/>
        </a:p>
      </dgm:t>
    </dgm:pt>
    <dgm:pt modelId="{08592A73-4456-46B2-9A91-EA454754FB81}" type="sibTrans" cxnId="{0A347F26-9686-4BCC-828E-1D0FB1C5B66D}">
      <dgm:prSet/>
      <dgm:spPr/>
      <dgm:t>
        <a:bodyPr/>
        <a:lstStyle/>
        <a:p>
          <a:endParaRPr lang="en-US"/>
        </a:p>
      </dgm:t>
    </dgm:pt>
    <dgm:pt modelId="{3133829A-622B-4032-B74E-7C65461ED7E9}">
      <dgm:prSet/>
      <dgm:spPr/>
      <dgm:t>
        <a:bodyPr/>
        <a:lstStyle/>
        <a:p>
          <a:r>
            <a:rPr lang="en-IN"/>
            <a:t>Security Group</a:t>
          </a:r>
          <a:endParaRPr lang="en-US"/>
        </a:p>
      </dgm:t>
    </dgm:pt>
    <dgm:pt modelId="{85D0C721-1D38-4984-94D6-A3B68DBB4A0E}" type="parTrans" cxnId="{AAA80C5E-383A-4068-BBE3-A4D96BCF6564}">
      <dgm:prSet/>
      <dgm:spPr/>
      <dgm:t>
        <a:bodyPr/>
        <a:lstStyle/>
        <a:p>
          <a:endParaRPr lang="en-US"/>
        </a:p>
      </dgm:t>
    </dgm:pt>
    <dgm:pt modelId="{8D3E56EA-D1FC-4B1C-BF70-72071D3A1B2B}" type="sibTrans" cxnId="{AAA80C5E-383A-4068-BBE3-A4D96BCF6564}">
      <dgm:prSet/>
      <dgm:spPr/>
      <dgm:t>
        <a:bodyPr/>
        <a:lstStyle/>
        <a:p>
          <a:endParaRPr lang="en-US"/>
        </a:p>
      </dgm:t>
    </dgm:pt>
    <dgm:pt modelId="{2E098BEC-C0DA-4CBC-90E0-3AD449EADCA6}">
      <dgm:prSet/>
      <dgm:spPr/>
      <dgm:t>
        <a:bodyPr/>
        <a:lstStyle/>
        <a:p>
          <a:r>
            <a:rPr lang="en-IN"/>
            <a:t>KEYS</a:t>
          </a:r>
          <a:endParaRPr lang="en-US"/>
        </a:p>
      </dgm:t>
    </dgm:pt>
    <dgm:pt modelId="{A374B785-7DB9-41BA-B46A-6DDC5AFAF318}" type="parTrans" cxnId="{B9A90290-2793-4214-9781-91BEF1B65ED6}">
      <dgm:prSet/>
      <dgm:spPr/>
      <dgm:t>
        <a:bodyPr/>
        <a:lstStyle/>
        <a:p>
          <a:endParaRPr lang="en-US"/>
        </a:p>
      </dgm:t>
    </dgm:pt>
    <dgm:pt modelId="{5FDAECFE-C256-41A0-A64E-B9E4FA844491}" type="sibTrans" cxnId="{B9A90290-2793-4214-9781-91BEF1B65ED6}">
      <dgm:prSet/>
      <dgm:spPr/>
      <dgm:t>
        <a:bodyPr/>
        <a:lstStyle/>
        <a:p>
          <a:endParaRPr lang="en-US"/>
        </a:p>
      </dgm:t>
    </dgm:pt>
    <dgm:pt modelId="{8A2E83F3-177B-4A94-ABCA-DB109EA77D09}" type="pres">
      <dgm:prSet presAssocID="{C9BD5166-CA84-47B9-974F-4167BF5F1F0B}" presName="linear" presStyleCnt="0">
        <dgm:presLayoutVars>
          <dgm:animLvl val="lvl"/>
          <dgm:resizeHandles val="exact"/>
        </dgm:presLayoutVars>
      </dgm:prSet>
      <dgm:spPr/>
    </dgm:pt>
    <dgm:pt modelId="{92200ABF-3894-4902-9B1A-07C4E13422F5}" type="pres">
      <dgm:prSet presAssocID="{6B14EF00-B7AA-49D5-A5BC-125780AF5897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01A11D3D-F4D4-4721-8C10-FBCDF3DFEE23}" type="pres">
      <dgm:prSet presAssocID="{92F886ED-651B-4EF4-A723-DFC61FE35FC3}" presName="spacer" presStyleCnt="0"/>
      <dgm:spPr/>
    </dgm:pt>
    <dgm:pt modelId="{91DE9B5D-98EE-4BAC-9A21-1A0F6BF4BDDC}" type="pres">
      <dgm:prSet presAssocID="{03E5C973-7F30-42D2-A10B-D62D766C5CAB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8B478EAE-221E-42C9-B088-FDFB541F3115}" type="pres">
      <dgm:prSet presAssocID="{D89A9409-DD41-4411-AF66-39D92182CA0D}" presName="spacer" presStyleCnt="0"/>
      <dgm:spPr/>
    </dgm:pt>
    <dgm:pt modelId="{27A02523-641D-4CB3-A173-3067F50DCEEB}" type="pres">
      <dgm:prSet presAssocID="{306DD7EC-F74A-4A41-A942-D4506E7D83ED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99637EBD-E31B-482A-9677-4F5440DC1779}" type="pres">
      <dgm:prSet presAssocID="{8B894C14-F4C8-4791-BB5D-8B3765D3BFDD}" presName="spacer" presStyleCnt="0"/>
      <dgm:spPr/>
    </dgm:pt>
    <dgm:pt modelId="{8083818D-B374-4317-B623-7B8292751573}" type="pres">
      <dgm:prSet presAssocID="{233D2B6C-97BD-4007-8EB6-3BF3DC4F4CF6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8460171A-E6B3-49DB-AB54-64CA48185BF8}" type="pres">
      <dgm:prSet presAssocID="{233D2B6C-97BD-4007-8EB6-3BF3DC4F4CF6}" presName="childText" presStyleLbl="revTx" presStyleIdx="0" presStyleCnt="1">
        <dgm:presLayoutVars>
          <dgm:bulletEnabled val="1"/>
        </dgm:presLayoutVars>
      </dgm:prSet>
      <dgm:spPr/>
    </dgm:pt>
    <dgm:pt modelId="{6A1CC871-24CA-432B-9F0C-FDDDC5482E04}" type="pres">
      <dgm:prSet presAssocID="{118949AC-DF39-4830-8EA6-8BDE09B22988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3B1DAD32-3703-4E6D-A559-BA98B621CF13}" type="pres">
      <dgm:prSet presAssocID="{08592A73-4456-46B2-9A91-EA454754FB81}" presName="spacer" presStyleCnt="0"/>
      <dgm:spPr/>
    </dgm:pt>
    <dgm:pt modelId="{255D719E-473E-40DF-AFA5-C9835EC4E728}" type="pres">
      <dgm:prSet presAssocID="{3133829A-622B-4032-B74E-7C65461ED7E9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DBD6CEFF-2715-494B-8228-592B76304E53}" type="pres">
      <dgm:prSet presAssocID="{8D3E56EA-D1FC-4B1C-BF70-72071D3A1B2B}" presName="spacer" presStyleCnt="0"/>
      <dgm:spPr/>
    </dgm:pt>
    <dgm:pt modelId="{2172F67A-2195-4F68-BA50-6F4CBCC402ED}" type="pres">
      <dgm:prSet presAssocID="{2E098BEC-C0DA-4CBC-90E0-3AD449EADCA6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679DA905-D4AD-43C5-984E-902870904E5A}" srcId="{C9BD5166-CA84-47B9-974F-4167BF5F1F0B}" destId="{6B14EF00-B7AA-49D5-A5BC-125780AF5897}" srcOrd="0" destOrd="0" parTransId="{FAAF6485-84EB-4EBC-AA81-67C21968CA81}" sibTransId="{92F886ED-651B-4EF4-A723-DFC61FE35FC3}"/>
    <dgm:cxn modelId="{0A347F26-9686-4BCC-828E-1D0FB1C5B66D}" srcId="{C9BD5166-CA84-47B9-974F-4167BF5F1F0B}" destId="{118949AC-DF39-4830-8EA6-8BDE09B22988}" srcOrd="4" destOrd="0" parTransId="{B5BC3C3C-0083-4038-B767-B2B1CBF42C3F}" sibTransId="{08592A73-4456-46B2-9A91-EA454754FB81}"/>
    <dgm:cxn modelId="{3B11602A-6740-488C-9830-ABA5722232C0}" type="presOf" srcId="{233D2B6C-97BD-4007-8EB6-3BF3DC4F4CF6}" destId="{8083818D-B374-4317-B623-7B8292751573}" srcOrd="0" destOrd="0" presId="urn:microsoft.com/office/officeart/2005/8/layout/vList2"/>
    <dgm:cxn modelId="{B9C0EB3F-1959-4322-99DD-E5B2479640D5}" srcId="{233D2B6C-97BD-4007-8EB6-3BF3DC4F4CF6}" destId="{0FB58F7D-04EE-4854-A2B6-572075B52683}" srcOrd="0" destOrd="0" parTransId="{860C0193-44A0-4C67-8937-18AD848A41E5}" sibTransId="{D623BECD-7057-4274-8887-DEB92B1DD25F}"/>
    <dgm:cxn modelId="{AAA80C5E-383A-4068-BBE3-A4D96BCF6564}" srcId="{C9BD5166-CA84-47B9-974F-4167BF5F1F0B}" destId="{3133829A-622B-4032-B74E-7C65461ED7E9}" srcOrd="5" destOrd="0" parTransId="{85D0C721-1D38-4984-94D6-A3B68DBB4A0E}" sibTransId="{8D3E56EA-D1FC-4B1C-BF70-72071D3A1B2B}"/>
    <dgm:cxn modelId="{C3102761-F167-4828-96F6-839D2D862C1F}" type="presOf" srcId="{2E098BEC-C0DA-4CBC-90E0-3AD449EADCA6}" destId="{2172F67A-2195-4F68-BA50-6F4CBCC402ED}" srcOrd="0" destOrd="0" presId="urn:microsoft.com/office/officeart/2005/8/layout/vList2"/>
    <dgm:cxn modelId="{71B2C64C-E5E8-4058-9D92-66A39F51A38F}" type="presOf" srcId="{118949AC-DF39-4830-8EA6-8BDE09B22988}" destId="{6A1CC871-24CA-432B-9F0C-FDDDC5482E04}" srcOrd="0" destOrd="0" presId="urn:microsoft.com/office/officeart/2005/8/layout/vList2"/>
    <dgm:cxn modelId="{A1D1B77A-5211-4A37-9983-9369D9686589}" type="presOf" srcId="{0FB58F7D-04EE-4854-A2B6-572075B52683}" destId="{8460171A-E6B3-49DB-AB54-64CA48185BF8}" srcOrd="0" destOrd="0" presId="urn:microsoft.com/office/officeart/2005/8/layout/vList2"/>
    <dgm:cxn modelId="{B213E35A-D6FC-4757-ADAE-CF4E40294B28}" type="presOf" srcId="{03E5C973-7F30-42D2-A10B-D62D766C5CAB}" destId="{91DE9B5D-98EE-4BAC-9A21-1A0F6BF4BDDC}" srcOrd="0" destOrd="0" presId="urn:microsoft.com/office/officeart/2005/8/layout/vList2"/>
    <dgm:cxn modelId="{B9A90290-2793-4214-9781-91BEF1B65ED6}" srcId="{C9BD5166-CA84-47B9-974F-4167BF5F1F0B}" destId="{2E098BEC-C0DA-4CBC-90E0-3AD449EADCA6}" srcOrd="6" destOrd="0" parTransId="{A374B785-7DB9-41BA-B46A-6DDC5AFAF318}" sibTransId="{5FDAECFE-C256-41A0-A64E-B9E4FA844491}"/>
    <dgm:cxn modelId="{B66F2B9F-6E2B-4088-9354-8DD2B726C309}" type="presOf" srcId="{6B14EF00-B7AA-49D5-A5BC-125780AF5897}" destId="{92200ABF-3894-4902-9B1A-07C4E13422F5}" srcOrd="0" destOrd="0" presId="urn:microsoft.com/office/officeart/2005/8/layout/vList2"/>
    <dgm:cxn modelId="{D46991C1-6DE1-4EBE-9BC1-FAC1C089EF0B}" srcId="{C9BD5166-CA84-47B9-974F-4167BF5F1F0B}" destId="{233D2B6C-97BD-4007-8EB6-3BF3DC4F4CF6}" srcOrd="3" destOrd="0" parTransId="{B383A62F-7630-430E-B417-71A46EB2CC22}" sibTransId="{46C4E65B-DBA1-4370-9243-C67C5D8FB7DD}"/>
    <dgm:cxn modelId="{E4DE1DCA-DC8F-4C98-95C5-F88B662A1127}" srcId="{C9BD5166-CA84-47B9-974F-4167BF5F1F0B}" destId="{03E5C973-7F30-42D2-A10B-D62D766C5CAB}" srcOrd="1" destOrd="0" parTransId="{CDC4D13D-89E3-4268-8705-D087B8DE62C7}" sibTransId="{D89A9409-DD41-4411-AF66-39D92182CA0D}"/>
    <dgm:cxn modelId="{54C6DACE-064A-4AAF-BB63-0C7E3568DEDA}" type="presOf" srcId="{3133829A-622B-4032-B74E-7C65461ED7E9}" destId="{255D719E-473E-40DF-AFA5-C9835EC4E728}" srcOrd="0" destOrd="0" presId="urn:microsoft.com/office/officeart/2005/8/layout/vList2"/>
    <dgm:cxn modelId="{C5ED5BDC-4ADB-4767-8A41-75DC96A1545A}" type="presOf" srcId="{306DD7EC-F74A-4A41-A942-D4506E7D83ED}" destId="{27A02523-641D-4CB3-A173-3067F50DCEEB}" srcOrd="0" destOrd="0" presId="urn:microsoft.com/office/officeart/2005/8/layout/vList2"/>
    <dgm:cxn modelId="{6E3133E1-B0EB-48DF-9D1D-566D62970320}" srcId="{C9BD5166-CA84-47B9-974F-4167BF5F1F0B}" destId="{306DD7EC-F74A-4A41-A942-D4506E7D83ED}" srcOrd="2" destOrd="0" parTransId="{32ABA880-1D5B-4B2D-80BE-191ACE08A9EA}" sibTransId="{8B894C14-F4C8-4791-BB5D-8B3765D3BFDD}"/>
    <dgm:cxn modelId="{626B99E2-46A8-4B3D-A5C6-1E2DC48B4C67}" type="presOf" srcId="{C9BD5166-CA84-47B9-974F-4167BF5F1F0B}" destId="{8A2E83F3-177B-4A94-ABCA-DB109EA77D09}" srcOrd="0" destOrd="0" presId="urn:microsoft.com/office/officeart/2005/8/layout/vList2"/>
    <dgm:cxn modelId="{7BE854A4-E42A-460F-BD94-0536F8B599AB}" type="presParOf" srcId="{8A2E83F3-177B-4A94-ABCA-DB109EA77D09}" destId="{92200ABF-3894-4902-9B1A-07C4E13422F5}" srcOrd="0" destOrd="0" presId="urn:microsoft.com/office/officeart/2005/8/layout/vList2"/>
    <dgm:cxn modelId="{78F4C42D-BEED-48D3-84C4-B508DC7B0DB6}" type="presParOf" srcId="{8A2E83F3-177B-4A94-ABCA-DB109EA77D09}" destId="{01A11D3D-F4D4-4721-8C10-FBCDF3DFEE23}" srcOrd="1" destOrd="0" presId="urn:microsoft.com/office/officeart/2005/8/layout/vList2"/>
    <dgm:cxn modelId="{523320C9-5116-47C7-8E51-990E455CC19C}" type="presParOf" srcId="{8A2E83F3-177B-4A94-ABCA-DB109EA77D09}" destId="{91DE9B5D-98EE-4BAC-9A21-1A0F6BF4BDDC}" srcOrd="2" destOrd="0" presId="urn:microsoft.com/office/officeart/2005/8/layout/vList2"/>
    <dgm:cxn modelId="{CE75E874-4CFD-45C0-8BB0-E5E6B057EE34}" type="presParOf" srcId="{8A2E83F3-177B-4A94-ABCA-DB109EA77D09}" destId="{8B478EAE-221E-42C9-B088-FDFB541F3115}" srcOrd="3" destOrd="0" presId="urn:microsoft.com/office/officeart/2005/8/layout/vList2"/>
    <dgm:cxn modelId="{F2CB5757-5781-470D-9CF7-AD04C8B27B88}" type="presParOf" srcId="{8A2E83F3-177B-4A94-ABCA-DB109EA77D09}" destId="{27A02523-641D-4CB3-A173-3067F50DCEEB}" srcOrd="4" destOrd="0" presId="urn:microsoft.com/office/officeart/2005/8/layout/vList2"/>
    <dgm:cxn modelId="{D301036A-ABB1-4DDB-93A9-4F60E6B7DE42}" type="presParOf" srcId="{8A2E83F3-177B-4A94-ABCA-DB109EA77D09}" destId="{99637EBD-E31B-482A-9677-4F5440DC1779}" srcOrd="5" destOrd="0" presId="urn:microsoft.com/office/officeart/2005/8/layout/vList2"/>
    <dgm:cxn modelId="{96D788D9-9123-4ED1-9D02-44EA464518BF}" type="presParOf" srcId="{8A2E83F3-177B-4A94-ABCA-DB109EA77D09}" destId="{8083818D-B374-4317-B623-7B8292751573}" srcOrd="6" destOrd="0" presId="urn:microsoft.com/office/officeart/2005/8/layout/vList2"/>
    <dgm:cxn modelId="{166BBA56-1A77-45A3-8A85-1077E69E341A}" type="presParOf" srcId="{8A2E83F3-177B-4A94-ABCA-DB109EA77D09}" destId="{8460171A-E6B3-49DB-AB54-64CA48185BF8}" srcOrd="7" destOrd="0" presId="urn:microsoft.com/office/officeart/2005/8/layout/vList2"/>
    <dgm:cxn modelId="{8BC3F237-9A2E-4228-8B59-DAE9C3BE9A72}" type="presParOf" srcId="{8A2E83F3-177B-4A94-ABCA-DB109EA77D09}" destId="{6A1CC871-24CA-432B-9F0C-FDDDC5482E04}" srcOrd="8" destOrd="0" presId="urn:microsoft.com/office/officeart/2005/8/layout/vList2"/>
    <dgm:cxn modelId="{B62F6221-7F03-47CA-9539-D9228BE6FCF8}" type="presParOf" srcId="{8A2E83F3-177B-4A94-ABCA-DB109EA77D09}" destId="{3B1DAD32-3703-4E6D-A559-BA98B621CF13}" srcOrd="9" destOrd="0" presId="urn:microsoft.com/office/officeart/2005/8/layout/vList2"/>
    <dgm:cxn modelId="{43E35671-E919-4389-B50A-E8C55199AFF1}" type="presParOf" srcId="{8A2E83F3-177B-4A94-ABCA-DB109EA77D09}" destId="{255D719E-473E-40DF-AFA5-C9835EC4E728}" srcOrd="10" destOrd="0" presId="urn:microsoft.com/office/officeart/2005/8/layout/vList2"/>
    <dgm:cxn modelId="{517B947A-4B37-4CCE-BB01-DFEC2AC07002}" type="presParOf" srcId="{8A2E83F3-177B-4A94-ABCA-DB109EA77D09}" destId="{DBD6CEFF-2715-494B-8228-592B76304E53}" srcOrd="11" destOrd="0" presId="urn:microsoft.com/office/officeart/2005/8/layout/vList2"/>
    <dgm:cxn modelId="{D38525EA-C8A9-4AB8-B5FB-D89F3B06CA3E}" type="presParOf" srcId="{8A2E83F3-177B-4A94-ABCA-DB109EA77D09}" destId="{2172F67A-2195-4F68-BA50-6F4CBCC402ED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2F37E60-65BD-4520-80BE-D6A6F15F64EC}" type="doc">
      <dgm:prSet loTypeId="urn:microsoft.com/office/officeart/2005/8/layout/list1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2C70E81-39EB-41C3-AE0E-3D537D2DE230}">
      <dgm:prSet/>
      <dgm:spPr/>
      <dgm:t>
        <a:bodyPr/>
        <a:lstStyle/>
        <a:p>
          <a:r>
            <a:rPr lang="en-IN"/>
            <a:t>Configure Autoscaling Group Details</a:t>
          </a:r>
          <a:endParaRPr lang="en-US"/>
        </a:p>
      </dgm:t>
    </dgm:pt>
    <dgm:pt modelId="{13D26FFC-F84F-4C6E-AF68-F93AA383A822}" type="parTrans" cxnId="{35B32014-2C49-4B16-8218-42E6E28707C4}">
      <dgm:prSet/>
      <dgm:spPr/>
      <dgm:t>
        <a:bodyPr/>
        <a:lstStyle/>
        <a:p>
          <a:endParaRPr lang="en-US"/>
        </a:p>
      </dgm:t>
    </dgm:pt>
    <dgm:pt modelId="{31CA4495-B0BE-4DCD-BA6F-85A299BACE3F}" type="sibTrans" cxnId="{35B32014-2C49-4B16-8218-42E6E28707C4}">
      <dgm:prSet/>
      <dgm:spPr/>
      <dgm:t>
        <a:bodyPr/>
        <a:lstStyle/>
        <a:p>
          <a:endParaRPr lang="en-US"/>
        </a:p>
      </dgm:t>
    </dgm:pt>
    <dgm:pt modelId="{7FE2B76E-C24E-4DD8-AA44-DCE5048DA4BC}">
      <dgm:prSet/>
      <dgm:spPr/>
      <dgm:t>
        <a:bodyPr/>
        <a:lstStyle/>
        <a:p>
          <a:r>
            <a:rPr lang="en-US"/>
            <a:t>Autoscaling Group Name.</a:t>
          </a:r>
        </a:p>
      </dgm:t>
    </dgm:pt>
    <dgm:pt modelId="{5A8656DA-2527-446C-B6C0-30DCD7B21D86}" type="parTrans" cxnId="{5FEF9C4B-C2E2-407C-945F-E67F3C4FA889}">
      <dgm:prSet/>
      <dgm:spPr/>
      <dgm:t>
        <a:bodyPr/>
        <a:lstStyle/>
        <a:p>
          <a:endParaRPr lang="en-US"/>
        </a:p>
      </dgm:t>
    </dgm:pt>
    <dgm:pt modelId="{9DD02F8F-265C-4AC3-83FB-2E6634E803F8}" type="sibTrans" cxnId="{5FEF9C4B-C2E2-407C-945F-E67F3C4FA889}">
      <dgm:prSet/>
      <dgm:spPr/>
      <dgm:t>
        <a:bodyPr/>
        <a:lstStyle/>
        <a:p>
          <a:endParaRPr lang="en-US"/>
        </a:p>
      </dgm:t>
    </dgm:pt>
    <dgm:pt modelId="{0EC760F6-80AD-4E85-9149-BBFDE562982B}">
      <dgm:prSet/>
      <dgm:spPr/>
      <dgm:t>
        <a:bodyPr/>
        <a:lstStyle/>
        <a:p>
          <a:r>
            <a:rPr lang="en-US"/>
            <a:t>Initial Size of the Group</a:t>
          </a:r>
        </a:p>
      </dgm:t>
    </dgm:pt>
    <dgm:pt modelId="{2A099F22-B4D9-4A73-B9A8-9C618838FAA5}" type="parTrans" cxnId="{C653A9B7-7BB0-479F-8ADE-E0DC467F6524}">
      <dgm:prSet/>
      <dgm:spPr/>
      <dgm:t>
        <a:bodyPr/>
        <a:lstStyle/>
        <a:p>
          <a:endParaRPr lang="en-US"/>
        </a:p>
      </dgm:t>
    </dgm:pt>
    <dgm:pt modelId="{2D3810DA-2063-42C4-86B8-5FC1978E8157}" type="sibTrans" cxnId="{C653A9B7-7BB0-479F-8ADE-E0DC467F6524}">
      <dgm:prSet/>
      <dgm:spPr/>
      <dgm:t>
        <a:bodyPr/>
        <a:lstStyle/>
        <a:p>
          <a:endParaRPr lang="en-US"/>
        </a:p>
      </dgm:t>
    </dgm:pt>
    <dgm:pt modelId="{D470878A-B6DC-423C-834E-A721FD5E2E6A}">
      <dgm:prSet/>
      <dgm:spPr/>
      <dgm:t>
        <a:bodyPr/>
        <a:lstStyle/>
        <a:p>
          <a:r>
            <a:rPr lang="en-IN"/>
            <a:t>Network /Subnets ( Select the same VPC that was selected for the SG in the Launch Configuration)</a:t>
          </a:r>
          <a:endParaRPr lang="en-US"/>
        </a:p>
      </dgm:t>
    </dgm:pt>
    <dgm:pt modelId="{1C2A8F05-986F-4EB0-9CF0-EFB8A1F7E46C}" type="parTrans" cxnId="{89E57B69-1E66-46F9-9885-9B3C0ADD64C8}">
      <dgm:prSet/>
      <dgm:spPr/>
      <dgm:t>
        <a:bodyPr/>
        <a:lstStyle/>
        <a:p>
          <a:endParaRPr lang="en-US"/>
        </a:p>
      </dgm:t>
    </dgm:pt>
    <dgm:pt modelId="{D2AD3437-9E6D-415E-AD96-CE3ED0056EDD}" type="sibTrans" cxnId="{89E57B69-1E66-46F9-9885-9B3C0ADD64C8}">
      <dgm:prSet/>
      <dgm:spPr/>
      <dgm:t>
        <a:bodyPr/>
        <a:lstStyle/>
        <a:p>
          <a:endParaRPr lang="en-US"/>
        </a:p>
      </dgm:t>
    </dgm:pt>
    <dgm:pt modelId="{988155DB-741D-47C2-B5BE-0C36EF619556}">
      <dgm:prSet/>
      <dgm:spPr/>
      <dgm:t>
        <a:bodyPr/>
        <a:lstStyle/>
        <a:p>
          <a:r>
            <a:rPr lang="en-IN"/>
            <a:t>Under the </a:t>
          </a:r>
          <a:r>
            <a:rPr lang="en-IN" b="1"/>
            <a:t>Advance Config</a:t>
          </a:r>
          <a:endParaRPr lang="en-US"/>
        </a:p>
      </dgm:t>
    </dgm:pt>
    <dgm:pt modelId="{85CAD3EB-EF25-4D74-AAA0-0AE957F0FA52}" type="parTrans" cxnId="{7B6F7056-C842-4826-B705-50FA75A579EC}">
      <dgm:prSet/>
      <dgm:spPr/>
      <dgm:t>
        <a:bodyPr/>
        <a:lstStyle/>
        <a:p>
          <a:endParaRPr lang="en-US"/>
        </a:p>
      </dgm:t>
    </dgm:pt>
    <dgm:pt modelId="{79E2E8ED-B37B-4E82-98AC-078C0139507E}" type="sibTrans" cxnId="{7B6F7056-C842-4826-B705-50FA75A579EC}">
      <dgm:prSet/>
      <dgm:spPr/>
      <dgm:t>
        <a:bodyPr/>
        <a:lstStyle/>
        <a:p>
          <a:endParaRPr lang="en-US"/>
        </a:p>
      </dgm:t>
    </dgm:pt>
    <dgm:pt modelId="{6B7C1B8E-5FA7-4B5C-9F27-0CCCE1B35592}">
      <dgm:prSet/>
      <dgm:spPr/>
      <dgm:t>
        <a:bodyPr/>
        <a:lstStyle/>
        <a:p>
          <a:r>
            <a:rPr lang="en-IN" b="1"/>
            <a:t>Instance Scale IN Protection – This would protect all the scaled EC2 instance from SCALE IN. Means NO SCALE IN will happen.</a:t>
          </a:r>
          <a:endParaRPr lang="en-US"/>
        </a:p>
      </dgm:t>
    </dgm:pt>
    <dgm:pt modelId="{3E8B9578-3E09-4E02-BF78-E3251265ACE0}" type="parTrans" cxnId="{10E32AEF-42AB-45D5-BF7C-4A4A67F6EEF8}">
      <dgm:prSet/>
      <dgm:spPr/>
      <dgm:t>
        <a:bodyPr/>
        <a:lstStyle/>
        <a:p>
          <a:endParaRPr lang="en-US"/>
        </a:p>
      </dgm:t>
    </dgm:pt>
    <dgm:pt modelId="{551478FE-D66F-42B0-8D74-A4A1D2E39071}" type="sibTrans" cxnId="{10E32AEF-42AB-45D5-BF7C-4A4A67F6EEF8}">
      <dgm:prSet/>
      <dgm:spPr/>
      <dgm:t>
        <a:bodyPr/>
        <a:lstStyle/>
        <a:p>
          <a:endParaRPr lang="en-US"/>
        </a:p>
      </dgm:t>
    </dgm:pt>
    <dgm:pt modelId="{2DAEC418-6548-4064-9637-406EA00CEFC0}">
      <dgm:prSet/>
      <dgm:spPr/>
      <dgm:t>
        <a:bodyPr/>
        <a:lstStyle/>
        <a:p>
          <a:r>
            <a:rPr lang="en-IN"/>
            <a:t>Scaling Policy</a:t>
          </a:r>
          <a:endParaRPr lang="en-US"/>
        </a:p>
      </dgm:t>
    </dgm:pt>
    <dgm:pt modelId="{CB505CDF-30D0-43D6-B733-FB14F34B8341}" type="parTrans" cxnId="{6B9AD873-7060-45A1-A175-8CC21A3829C1}">
      <dgm:prSet/>
      <dgm:spPr/>
      <dgm:t>
        <a:bodyPr/>
        <a:lstStyle/>
        <a:p>
          <a:endParaRPr lang="en-US"/>
        </a:p>
      </dgm:t>
    </dgm:pt>
    <dgm:pt modelId="{45C64DBD-7B6D-443C-89CC-1C30554B2795}" type="sibTrans" cxnId="{6B9AD873-7060-45A1-A175-8CC21A3829C1}">
      <dgm:prSet/>
      <dgm:spPr/>
      <dgm:t>
        <a:bodyPr/>
        <a:lstStyle/>
        <a:p>
          <a:endParaRPr lang="en-US"/>
        </a:p>
      </dgm:t>
    </dgm:pt>
    <dgm:pt modelId="{09DF08FA-0075-46AF-A11B-06933D2F6B3C}" type="pres">
      <dgm:prSet presAssocID="{F2F37E60-65BD-4520-80BE-D6A6F15F64EC}" presName="linear" presStyleCnt="0">
        <dgm:presLayoutVars>
          <dgm:dir/>
          <dgm:animLvl val="lvl"/>
          <dgm:resizeHandles val="exact"/>
        </dgm:presLayoutVars>
      </dgm:prSet>
      <dgm:spPr/>
    </dgm:pt>
    <dgm:pt modelId="{0352C700-0EA1-4C8B-AD43-6B42C9F00BD9}" type="pres">
      <dgm:prSet presAssocID="{C2C70E81-39EB-41C3-AE0E-3D537D2DE230}" presName="parentLin" presStyleCnt="0"/>
      <dgm:spPr/>
    </dgm:pt>
    <dgm:pt modelId="{3726CD84-3C7B-420A-901E-84D37FE807FC}" type="pres">
      <dgm:prSet presAssocID="{C2C70E81-39EB-41C3-AE0E-3D537D2DE230}" presName="parentLeftMargin" presStyleLbl="node1" presStyleIdx="0" presStyleCnt="2"/>
      <dgm:spPr/>
    </dgm:pt>
    <dgm:pt modelId="{440DF5D4-DE43-44CF-A6E4-12AF7FB6BF6C}" type="pres">
      <dgm:prSet presAssocID="{C2C70E81-39EB-41C3-AE0E-3D537D2DE23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23ACA9E-F70A-4ACE-94B3-4E1E53F3C690}" type="pres">
      <dgm:prSet presAssocID="{C2C70E81-39EB-41C3-AE0E-3D537D2DE230}" presName="negativeSpace" presStyleCnt="0"/>
      <dgm:spPr/>
    </dgm:pt>
    <dgm:pt modelId="{F2293E34-FB96-4E0F-844D-BB0C737E4AF5}" type="pres">
      <dgm:prSet presAssocID="{C2C70E81-39EB-41C3-AE0E-3D537D2DE230}" presName="childText" presStyleLbl="conFgAcc1" presStyleIdx="0" presStyleCnt="2">
        <dgm:presLayoutVars>
          <dgm:bulletEnabled val="1"/>
        </dgm:presLayoutVars>
      </dgm:prSet>
      <dgm:spPr/>
    </dgm:pt>
    <dgm:pt modelId="{D2F2DC6C-4942-4BF8-B694-CCF05951E2FA}" type="pres">
      <dgm:prSet presAssocID="{31CA4495-B0BE-4DCD-BA6F-85A299BACE3F}" presName="spaceBetweenRectangles" presStyleCnt="0"/>
      <dgm:spPr/>
    </dgm:pt>
    <dgm:pt modelId="{DD0A019A-B1BC-4219-9676-CD1884E90456}" type="pres">
      <dgm:prSet presAssocID="{2DAEC418-6548-4064-9637-406EA00CEFC0}" presName="parentLin" presStyleCnt="0"/>
      <dgm:spPr/>
    </dgm:pt>
    <dgm:pt modelId="{2E9CD62E-90A1-4E05-AA20-B35A84064B70}" type="pres">
      <dgm:prSet presAssocID="{2DAEC418-6548-4064-9637-406EA00CEFC0}" presName="parentLeftMargin" presStyleLbl="node1" presStyleIdx="0" presStyleCnt="2"/>
      <dgm:spPr/>
    </dgm:pt>
    <dgm:pt modelId="{0DD2BF0B-52F8-467B-B159-120EBE943E49}" type="pres">
      <dgm:prSet presAssocID="{2DAEC418-6548-4064-9637-406EA00CEFC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FA2BDE1-687E-46FC-B9CD-9BDD1345D11E}" type="pres">
      <dgm:prSet presAssocID="{2DAEC418-6548-4064-9637-406EA00CEFC0}" presName="negativeSpace" presStyleCnt="0"/>
      <dgm:spPr/>
    </dgm:pt>
    <dgm:pt modelId="{25CF985F-3F9F-485F-BEE8-7452D4488F9E}" type="pres">
      <dgm:prSet presAssocID="{2DAEC418-6548-4064-9637-406EA00CEFC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4B81F0D-1411-4A6F-9D9C-94D8FA2B0124}" type="presOf" srcId="{C2C70E81-39EB-41C3-AE0E-3D537D2DE230}" destId="{3726CD84-3C7B-420A-901E-84D37FE807FC}" srcOrd="0" destOrd="0" presId="urn:microsoft.com/office/officeart/2005/8/layout/list1"/>
    <dgm:cxn modelId="{35B32014-2C49-4B16-8218-42E6E28707C4}" srcId="{F2F37E60-65BD-4520-80BE-D6A6F15F64EC}" destId="{C2C70E81-39EB-41C3-AE0E-3D537D2DE230}" srcOrd="0" destOrd="0" parTransId="{13D26FFC-F84F-4C6E-AF68-F93AA383A822}" sibTransId="{31CA4495-B0BE-4DCD-BA6F-85A299BACE3F}"/>
    <dgm:cxn modelId="{0C532917-9E1C-4BDB-96EE-982DE2F15075}" type="presOf" srcId="{C2C70E81-39EB-41C3-AE0E-3D537D2DE230}" destId="{440DF5D4-DE43-44CF-A6E4-12AF7FB6BF6C}" srcOrd="1" destOrd="0" presId="urn:microsoft.com/office/officeart/2005/8/layout/list1"/>
    <dgm:cxn modelId="{2EA9CC1A-0F2D-402F-9334-02561CBFB795}" type="presOf" srcId="{2DAEC418-6548-4064-9637-406EA00CEFC0}" destId="{2E9CD62E-90A1-4E05-AA20-B35A84064B70}" srcOrd="0" destOrd="0" presId="urn:microsoft.com/office/officeart/2005/8/layout/list1"/>
    <dgm:cxn modelId="{89E57B69-1E66-46F9-9885-9B3C0ADD64C8}" srcId="{7FE2B76E-C24E-4DD8-AA44-DCE5048DA4BC}" destId="{D470878A-B6DC-423C-834E-A721FD5E2E6A}" srcOrd="1" destOrd="0" parTransId="{1C2A8F05-986F-4EB0-9CF0-EFB8A1F7E46C}" sibTransId="{D2AD3437-9E6D-415E-AD96-CE3ED0056EDD}"/>
    <dgm:cxn modelId="{5FEF9C4B-C2E2-407C-945F-E67F3C4FA889}" srcId="{C2C70E81-39EB-41C3-AE0E-3D537D2DE230}" destId="{7FE2B76E-C24E-4DD8-AA44-DCE5048DA4BC}" srcOrd="0" destOrd="0" parTransId="{5A8656DA-2527-446C-B6C0-30DCD7B21D86}" sibTransId="{9DD02F8F-265C-4AC3-83FB-2E6634E803F8}"/>
    <dgm:cxn modelId="{6B9AD873-7060-45A1-A175-8CC21A3829C1}" srcId="{F2F37E60-65BD-4520-80BE-D6A6F15F64EC}" destId="{2DAEC418-6548-4064-9637-406EA00CEFC0}" srcOrd="1" destOrd="0" parTransId="{CB505CDF-30D0-43D6-B733-FB14F34B8341}" sibTransId="{45C64DBD-7B6D-443C-89CC-1C30554B2795}"/>
    <dgm:cxn modelId="{7B6F7056-C842-4826-B705-50FA75A579EC}" srcId="{C2C70E81-39EB-41C3-AE0E-3D537D2DE230}" destId="{988155DB-741D-47C2-B5BE-0C36EF619556}" srcOrd="1" destOrd="0" parTransId="{85CAD3EB-EF25-4D74-AAA0-0AE957F0FA52}" sibTransId="{79E2E8ED-B37B-4E82-98AC-078C0139507E}"/>
    <dgm:cxn modelId="{13DE0178-234B-424E-B2E1-EE1EC675678B}" type="presOf" srcId="{2DAEC418-6548-4064-9637-406EA00CEFC0}" destId="{0DD2BF0B-52F8-467B-B159-120EBE943E49}" srcOrd="1" destOrd="0" presId="urn:microsoft.com/office/officeart/2005/8/layout/list1"/>
    <dgm:cxn modelId="{5A929059-38B3-4C46-B227-2F554810FC63}" type="presOf" srcId="{6B7C1B8E-5FA7-4B5C-9F27-0CCCE1B35592}" destId="{F2293E34-FB96-4E0F-844D-BB0C737E4AF5}" srcOrd="0" destOrd="4" presId="urn:microsoft.com/office/officeart/2005/8/layout/list1"/>
    <dgm:cxn modelId="{0EB26988-4AA9-4B1A-A3D8-4EAFDD48AB89}" type="presOf" srcId="{7FE2B76E-C24E-4DD8-AA44-DCE5048DA4BC}" destId="{F2293E34-FB96-4E0F-844D-BB0C737E4AF5}" srcOrd="0" destOrd="0" presId="urn:microsoft.com/office/officeart/2005/8/layout/list1"/>
    <dgm:cxn modelId="{9E26638F-9C99-4F98-BBC8-B5E4BB93C2D7}" type="presOf" srcId="{D470878A-B6DC-423C-834E-A721FD5E2E6A}" destId="{F2293E34-FB96-4E0F-844D-BB0C737E4AF5}" srcOrd="0" destOrd="2" presId="urn:microsoft.com/office/officeart/2005/8/layout/list1"/>
    <dgm:cxn modelId="{184B80A0-35F4-4EFE-B2C8-3729C132F479}" type="presOf" srcId="{988155DB-741D-47C2-B5BE-0C36EF619556}" destId="{F2293E34-FB96-4E0F-844D-BB0C737E4AF5}" srcOrd="0" destOrd="3" presId="urn:microsoft.com/office/officeart/2005/8/layout/list1"/>
    <dgm:cxn modelId="{C653A9B7-7BB0-479F-8ADE-E0DC467F6524}" srcId="{7FE2B76E-C24E-4DD8-AA44-DCE5048DA4BC}" destId="{0EC760F6-80AD-4E85-9149-BBFDE562982B}" srcOrd="0" destOrd="0" parTransId="{2A099F22-B4D9-4A73-B9A8-9C618838FAA5}" sibTransId="{2D3810DA-2063-42C4-86B8-5FC1978E8157}"/>
    <dgm:cxn modelId="{15FD5ED5-9C29-4B67-9E8D-E3B810140746}" type="presOf" srcId="{0EC760F6-80AD-4E85-9149-BBFDE562982B}" destId="{F2293E34-FB96-4E0F-844D-BB0C737E4AF5}" srcOrd="0" destOrd="1" presId="urn:microsoft.com/office/officeart/2005/8/layout/list1"/>
    <dgm:cxn modelId="{10E32AEF-42AB-45D5-BF7C-4A4A67F6EEF8}" srcId="{988155DB-741D-47C2-B5BE-0C36EF619556}" destId="{6B7C1B8E-5FA7-4B5C-9F27-0CCCE1B35592}" srcOrd="0" destOrd="0" parTransId="{3E8B9578-3E09-4E02-BF78-E3251265ACE0}" sibTransId="{551478FE-D66F-42B0-8D74-A4A1D2E39071}"/>
    <dgm:cxn modelId="{591872F2-E5BF-4A49-8D06-ACDEDBF26A3B}" type="presOf" srcId="{F2F37E60-65BD-4520-80BE-D6A6F15F64EC}" destId="{09DF08FA-0075-46AF-A11B-06933D2F6B3C}" srcOrd="0" destOrd="0" presId="urn:microsoft.com/office/officeart/2005/8/layout/list1"/>
    <dgm:cxn modelId="{EC2D9D99-C8EC-4901-ACFC-98BF2F4A22A1}" type="presParOf" srcId="{09DF08FA-0075-46AF-A11B-06933D2F6B3C}" destId="{0352C700-0EA1-4C8B-AD43-6B42C9F00BD9}" srcOrd="0" destOrd="0" presId="urn:microsoft.com/office/officeart/2005/8/layout/list1"/>
    <dgm:cxn modelId="{B2D2E170-F516-46C2-9FDB-D44FA1F0B467}" type="presParOf" srcId="{0352C700-0EA1-4C8B-AD43-6B42C9F00BD9}" destId="{3726CD84-3C7B-420A-901E-84D37FE807FC}" srcOrd="0" destOrd="0" presId="urn:microsoft.com/office/officeart/2005/8/layout/list1"/>
    <dgm:cxn modelId="{4367DB7B-0B27-4DDD-8738-A245F938C5CC}" type="presParOf" srcId="{0352C700-0EA1-4C8B-AD43-6B42C9F00BD9}" destId="{440DF5D4-DE43-44CF-A6E4-12AF7FB6BF6C}" srcOrd="1" destOrd="0" presId="urn:microsoft.com/office/officeart/2005/8/layout/list1"/>
    <dgm:cxn modelId="{1E019380-8FE7-400B-8A7B-5CC8A34ED336}" type="presParOf" srcId="{09DF08FA-0075-46AF-A11B-06933D2F6B3C}" destId="{823ACA9E-F70A-4ACE-94B3-4E1E53F3C690}" srcOrd="1" destOrd="0" presId="urn:microsoft.com/office/officeart/2005/8/layout/list1"/>
    <dgm:cxn modelId="{75CA1F9C-F833-4B57-8313-1903982BA1FE}" type="presParOf" srcId="{09DF08FA-0075-46AF-A11B-06933D2F6B3C}" destId="{F2293E34-FB96-4E0F-844D-BB0C737E4AF5}" srcOrd="2" destOrd="0" presId="urn:microsoft.com/office/officeart/2005/8/layout/list1"/>
    <dgm:cxn modelId="{119DE940-2207-4DFE-A030-F3BA3765AD82}" type="presParOf" srcId="{09DF08FA-0075-46AF-A11B-06933D2F6B3C}" destId="{D2F2DC6C-4942-4BF8-B694-CCF05951E2FA}" srcOrd="3" destOrd="0" presId="urn:microsoft.com/office/officeart/2005/8/layout/list1"/>
    <dgm:cxn modelId="{169A96AA-AE62-45D1-80CB-DB6B86DEE974}" type="presParOf" srcId="{09DF08FA-0075-46AF-A11B-06933D2F6B3C}" destId="{DD0A019A-B1BC-4219-9676-CD1884E90456}" srcOrd="4" destOrd="0" presId="urn:microsoft.com/office/officeart/2005/8/layout/list1"/>
    <dgm:cxn modelId="{87357A73-6F47-4204-9204-199EC2F5491B}" type="presParOf" srcId="{DD0A019A-B1BC-4219-9676-CD1884E90456}" destId="{2E9CD62E-90A1-4E05-AA20-B35A84064B70}" srcOrd="0" destOrd="0" presId="urn:microsoft.com/office/officeart/2005/8/layout/list1"/>
    <dgm:cxn modelId="{2B5D43CA-1DCE-4F46-8BAB-68B638269899}" type="presParOf" srcId="{DD0A019A-B1BC-4219-9676-CD1884E90456}" destId="{0DD2BF0B-52F8-467B-B159-120EBE943E49}" srcOrd="1" destOrd="0" presId="urn:microsoft.com/office/officeart/2005/8/layout/list1"/>
    <dgm:cxn modelId="{CBF2F673-8BF5-4091-BD50-E398E76F9BA9}" type="presParOf" srcId="{09DF08FA-0075-46AF-A11B-06933D2F6B3C}" destId="{8FA2BDE1-687E-46FC-B9CD-9BDD1345D11E}" srcOrd="5" destOrd="0" presId="urn:microsoft.com/office/officeart/2005/8/layout/list1"/>
    <dgm:cxn modelId="{95322E6A-D569-4BF6-9CDA-6B94D36FD40D}" type="presParOf" srcId="{09DF08FA-0075-46AF-A11B-06933D2F6B3C}" destId="{25CF985F-3F9F-485F-BEE8-7452D4488F9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4E72517-809B-4DE6-ABEA-0C1AB51F8170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4DB584C6-2171-459A-ABE1-D95E95344CEC}">
      <dgm:prSet custT="1"/>
      <dgm:spPr/>
      <dgm:t>
        <a:bodyPr/>
        <a:lstStyle/>
        <a:p>
          <a:r>
            <a:rPr lang="en-IN" sz="2800" dirty="0"/>
            <a:t>If you delete all the VM’s in the Autoscaling, </a:t>
          </a:r>
          <a:r>
            <a:rPr lang="en-IN" sz="2800" dirty="0" err="1"/>
            <a:t>Autoscale</a:t>
          </a:r>
          <a:r>
            <a:rPr lang="en-IN" sz="2800" dirty="0"/>
            <a:t> would create the min VM’s as per the configuration again.</a:t>
          </a:r>
          <a:endParaRPr lang="en-US" sz="2800" dirty="0"/>
        </a:p>
      </dgm:t>
    </dgm:pt>
    <dgm:pt modelId="{BADAC657-F074-4BB8-AF3F-F1ABA3E23BDF}" type="parTrans" cxnId="{3A4E159E-B2B7-4D33-93F2-8D79B9C55B49}">
      <dgm:prSet/>
      <dgm:spPr/>
      <dgm:t>
        <a:bodyPr/>
        <a:lstStyle/>
        <a:p>
          <a:endParaRPr lang="en-US" sz="2800"/>
        </a:p>
      </dgm:t>
    </dgm:pt>
    <dgm:pt modelId="{6FE8674C-7FFB-4519-84DF-5D75DCB04294}" type="sibTrans" cxnId="{3A4E159E-B2B7-4D33-93F2-8D79B9C55B49}">
      <dgm:prSet/>
      <dgm:spPr/>
      <dgm:t>
        <a:bodyPr/>
        <a:lstStyle/>
        <a:p>
          <a:endParaRPr lang="en-US" sz="2800"/>
        </a:p>
      </dgm:t>
    </dgm:pt>
    <dgm:pt modelId="{0F09C0D4-BEBE-4962-9698-52BFD577C110}">
      <dgm:prSet custT="1"/>
      <dgm:spPr/>
      <dgm:t>
        <a:bodyPr/>
        <a:lstStyle/>
        <a:p>
          <a:r>
            <a:rPr lang="en-IN" sz="2800"/>
            <a:t>If you want to delete all the VM’s in the Autoscale, then DELETE the AUTOSCALE GROUP</a:t>
          </a:r>
          <a:endParaRPr lang="en-US" sz="2800"/>
        </a:p>
      </dgm:t>
    </dgm:pt>
    <dgm:pt modelId="{278AF60A-1D81-4C91-8DA2-1B6B420E7948}" type="parTrans" cxnId="{F518EBC4-ADB1-4D1B-B92D-D30DB5CB6CBF}">
      <dgm:prSet/>
      <dgm:spPr/>
      <dgm:t>
        <a:bodyPr/>
        <a:lstStyle/>
        <a:p>
          <a:endParaRPr lang="en-US" sz="2800"/>
        </a:p>
      </dgm:t>
    </dgm:pt>
    <dgm:pt modelId="{33D99780-C1D6-4620-A943-25DA6ED81CBC}" type="sibTrans" cxnId="{F518EBC4-ADB1-4D1B-B92D-D30DB5CB6CBF}">
      <dgm:prSet/>
      <dgm:spPr/>
      <dgm:t>
        <a:bodyPr/>
        <a:lstStyle/>
        <a:p>
          <a:endParaRPr lang="en-US" sz="2800"/>
        </a:p>
      </dgm:t>
    </dgm:pt>
    <dgm:pt modelId="{92166F03-323A-4624-95C9-4E28C5DD0E8E}" type="pres">
      <dgm:prSet presAssocID="{44E72517-809B-4DE6-ABEA-0C1AB51F8170}" presName="vert0" presStyleCnt="0">
        <dgm:presLayoutVars>
          <dgm:dir/>
          <dgm:animOne val="branch"/>
          <dgm:animLvl val="lvl"/>
        </dgm:presLayoutVars>
      </dgm:prSet>
      <dgm:spPr/>
    </dgm:pt>
    <dgm:pt modelId="{C3867AC0-2D52-443F-AC54-BB05EE28B79C}" type="pres">
      <dgm:prSet presAssocID="{4DB584C6-2171-459A-ABE1-D95E95344CEC}" presName="thickLine" presStyleLbl="alignNode1" presStyleIdx="0" presStyleCnt="2"/>
      <dgm:spPr/>
    </dgm:pt>
    <dgm:pt modelId="{1A3F213E-89EA-476D-8F9A-58B40F05ACD9}" type="pres">
      <dgm:prSet presAssocID="{4DB584C6-2171-459A-ABE1-D95E95344CEC}" presName="horz1" presStyleCnt="0"/>
      <dgm:spPr/>
    </dgm:pt>
    <dgm:pt modelId="{7FA9CFEC-1041-4FE2-806E-FF6C5D31AED5}" type="pres">
      <dgm:prSet presAssocID="{4DB584C6-2171-459A-ABE1-D95E95344CEC}" presName="tx1" presStyleLbl="revTx" presStyleIdx="0" presStyleCnt="2"/>
      <dgm:spPr/>
    </dgm:pt>
    <dgm:pt modelId="{1DC53828-F03F-44A4-A4D3-943BC2A66664}" type="pres">
      <dgm:prSet presAssocID="{4DB584C6-2171-459A-ABE1-D95E95344CEC}" presName="vert1" presStyleCnt="0"/>
      <dgm:spPr/>
    </dgm:pt>
    <dgm:pt modelId="{453958B6-393B-4592-B35B-922493083AC2}" type="pres">
      <dgm:prSet presAssocID="{0F09C0D4-BEBE-4962-9698-52BFD577C110}" presName="thickLine" presStyleLbl="alignNode1" presStyleIdx="1" presStyleCnt="2"/>
      <dgm:spPr/>
    </dgm:pt>
    <dgm:pt modelId="{F9185DA8-16CC-4F59-BB1C-82FE09EB8BCD}" type="pres">
      <dgm:prSet presAssocID="{0F09C0D4-BEBE-4962-9698-52BFD577C110}" presName="horz1" presStyleCnt="0"/>
      <dgm:spPr/>
    </dgm:pt>
    <dgm:pt modelId="{E4D68ED1-51BF-4DF0-9056-93A4162A4FDC}" type="pres">
      <dgm:prSet presAssocID="{0F09C0D4-BEBE-4962-9698-52BFD577C110}" presName="tx1" presStyleLbl="revTx" presStyleIdx="1" presStyleCnt="2"/>
      <dgm:spPr/>
    </dgm:pt>
    <dgm:pt modelId="{847DF317-3C43-4A62-BD61-195A983AD2C7}" type="pres">
      <dgm:prSet presAssocID="{0F09C0D4-BEBE-4962-9698-52BFD577C110}" presName="vert1" presStyleCnt="0"/>
      <dgm:spPr/>
    </dgm:pt>
  </dgm:ptLst>
  <dgm:cxnLst>
    <dgm:cxn modelId="{881FEB20-CBBF-427A-8D1E-02D4197538EF}" type="presOf" srcId="{4DB584C6-2171-459A-ABE1-D95E95344CEC}" destId="{7FA9CFEC-1041-4FE2-806E-FF6C5D31AED5}" srcOrd="0" destOrd="0" presId="urn:microsoft.com/office/officeart/2008/layout/LinedList"/>
    <dgm:cxn modelId="{00348030-18E9-4B2B-A189-CE97B92F3FD2}" type="presOf" srcId="{0F09C0D4-BEBE-4962-9698-52BFD577C110}" destId="{E4D68ED1-51BF-4DF0-9056-93A4162A4FDC}" srcOrd="0" destOrd="0" presId="urn:microsoft.com/office/officeart/2008/layout/LinedList"/>
    <dgm:cxn modelId="{FF1EA571-BEC0-4C8A-AE11-C322E86C6095}" type="presOf" srcId="{44E72517-809B-4DE6-ABEA-0C1AB51F8170}" destId="{92166F03-323A-4624-95C9-4E28C5DD0E8E}" srcOrd="0" destOrd="0" presId="urn:microsoft.com/office/officeart/2008/layout/LinedList"/>
    <dgm:cxn modelId="{3A4E159E-B2B7-4D33-93F2-8D79B9C55B49}" srcId="{44E72517-809B-4DE6-ABEA-0C1AB51F8170}" destId="{4DB584C6-2171-459A-ABE1-D95E95344CEC}" srcOrd="0" destOrd="0" parTransId="{BADAC657-F074-4BB8-AF3F-F1ABA3E23BDF}" sibTransId="{6FE8674C-7FFB-4519-84DF-5D75DCB04294}"/>
    <dgm:cxn modelId="{F518EBC4-ADB1-4D1B-B92D-D30DB5CB6CBF}" srcId="{44E72517-809B-4DE6-ABEA-0C1AB51F8170}" destId="{0F09C0D4-BEBE-4962-9698-52BFD577C110}" srcOrd="1" destOrd="0" parTransId="{278AF60A-1D81-4C91-8DA2-1B6B420E7948}" sibTransId="{33D99780-C1D6-4620-A943-25DA6ED81CBC}"/>
    <dgm:cxn modelId="{5C8F5819-7F43-43C1-B7A0-C0DCC0F25789}" type="presParOf" srcId="{92166F03-323A-4624-95C9-4E28C5DD0E8E}" destId="{C3867AC0-2D52-443F-AC54-BB05EE28B79C}" srcOrd="0" destOrd="0" presId="urn:microsoft.com/office/officeart/2008/layout/LinedList"/>
    <dgm:cxn modelId="{0026A035-EDCB-4601-BD78-AA4E44485EC9}" type="presParOf" srcId="{92166F03-323A-4624-95C9-4E28C5DD0E8E}" destId="{1A3F213E-89EA-476D-8F9A-58B40F05ACD9}" srcOrd="1" destOrd="0" presId="urn:microsoft.com/office/officeart/2008/layout/LinedList"/>
    <dgm:cxn modelId="{3D88906E-4140-497C-9A66-CF3768BC6DD0}" type="presParOf" srcId="{1A3F213E-89EA-476D-8F9A-58B40F05ACD9}" destId="{7FA9CFEC-1041-4FE2-806E-FF6C5D31AED5}" srcOrd="0" destOrd="0" presId="urn:microsoft.com/office/officeart/2008/layout/LinedList"/>
    <dgm:cxn modelId="{17FCF99D-8A4F-48BE-8092-0B8EC093B9BC}" type="presParOf" srcId="{1A3F213E-89EA-476D-8F9A-58B40F05ACD9}" destId="{1DC53828-F03F-44A4-A4D3-943BC2A66664}" srcOrd="1" destOrd="0" presId="urn:microsoft.com/office/officeart/2008/layout/LinedList"/>
    <dgm:cxn modelId="{2BC29F22-4F97-4334-8171-867157F251FA}" type="presParOf" srcId="{92166F03-323A-4624-95C9-4E28C5DD0E8E}" destId="{453958B6-393B-4592-B35B-922493083AC2}" srcOrd="2" destOrd="0" presId="urn:microsoft.com/office/officeart/2008/layout/LinedList"/>
    <dgm:cxn modelId="{EBFC7EB5-780C-4F00-93A2-AD9027513F86}" type="presParOf" srcId="{92166F03-323A-4624-95C9-4E28C5DD0E8E}" destId="{F9185DA8-16CC-4F59-BB1C-82FE09EB8BCD}" srcOrd="3" destOrd="0" presId="urn:microsoft.com/office/officeart/2008/layout/LinedList"/>
    <dgm:cxn modelId="{AB67FA6F-B767-4A22-B01A-6324EBAACDD1}" type="presParOf" srcId="{F9185DA8-16CC-4F59-BB1C-82FE09EB8BCD}" destId="{E4D68ED1-51BF-4DF0-9056-93A4162A4FDC}" srcOrd="0" destOrd="0" presId="urn:microsoft.com/office/officeart/2008/layout/LinedList"/>
    <dgm:cxn modelId="{7249B53E-DED0-4DF9-A76E-B58DF6D6D3B0}" type="presParOf" srcId="{F9185DA8-16CC-4F59-BB1C-82FE09EB8BCD}" destId="{847DF317-3C43-4A62-BD61-195A983AD2C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C87DDAD2-5872-4E15-9B19-319A11AE0D5B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EB93FBA3-3CB1-4BD0-BDE9-7D644082CB60}">
      <dgm:prSet/>
      <dgm:spPr/>
      <dgm:t>
        <a:bodyPr/>
        <a:lstStyle/>
        <a:p>
          <a:r>
            <a:rPr lang="en-IN" dirty="0"/>
            <a:t>Scaling Website’s within the same Availability Zone</a:t>
          </a:r>
          <a:endParaRPr lang="en-US" dirty="0"/>
        </a:p>
      </dgm:t>
    </dgm:pt>
    <dgm:pt modelId="{D98587A9-8CC0-4BAA-AC12-CF3296966921}" type="parTrans" cxnId="{B4140966-FD3C-4EC0-9C8D-22E92583A8ED}">
      <dgm:prSet/>
      <dgm:spPr/>
      <dgm:t>
        <a:bodyPr/>
        <a:lstStyle/>
        <a:p>
          <a:endParaRPr lang="en-US"/>
        </a:p>
      </dgm:t>
    </dgm:pt>
    <dgm:pt modelId="{8814D15A-1CD6-4769-B023-E927E3289D40}" type="sibTrans" cxnId="{B4140966-FD3C-4EC0-9C8D-22E92583A8ED}">
      <dgm:prSet/>
      <dgm:spPr/>
      <dgm:t>
        <a:bodyPr/>
        <a:lstStyle/>
        <a:p>
          <a:endParaRPr lang="en-US"/>
        </a:p>
      </dgm:t>
    </dgm:pt>
    <dgm:pt modelId="{DF19AE4D-D5AA-4E89-83A2-D851B1AFC248}">
      <dgm:prSet/>
      <dgm:spPr/>
      <dgm:t>
        <a:bodyPr/>
        <a:lstStyle/>
        <a:p>
          <a:r>
            <a:rPr lang="en-US" dirty="0"/>
            <a:t>Automatically scale the Website across Availability Zone.</a:t>
          </a:r>
        </a:p>
      </dgm:t>
    </dgm:pt>
    <dgm:pt modelId="{C2DF4B2F-1A14-4446-A16B-B828461001F3}" type="parTrans" cxnId="{049B7870-7416-41EC-8D52-5BCDFB2E307E}">
      <dgm:prSet/>
      <dgm:spPr/>
      <dgm:t>
        <a:bodyPr/>
        <a:lstStyle/>
        <a:p>
          <a:endParaRPr lang="en-US"/>
        </a:p>
      </dgm:t>
    </dgm:pt>
    <dgm:pt modelId="{45E87D2F-8AAC-437F-8817-6DD7F2084F29}" type="sibTrans" cxnId="{049B7870-7416-41EC-8D52-5BCDFB2E307E}">
      <dgm:prSet/>
      <dgm:spPr/>
      <dgm:t>
        <a:bodyPr/>
        <a:lstStyle/>
        <a:p>
          <a:endParaRPr lang="en-US"/>
        </a:p>
      </dgm:t>
    </dgm:pt>
    <dgm:pt modelId="{55AF49EF-2AA5-48A5-81E4-EF1B09AD9231}">
      <dgm:prSet/>
      <dgm:spPr/>
      <dgm:t>
        <a:bodyPr/>
        <a:lstStyle/>
        <a:p>
          <a:r>
            <a:rPr lang="en-US"/>
            <a:t>Note: -- Autoscaling CANNOT be across 2 VPC’s or 2 regions.</a:t>
          </a:r>
        </a:p>
      </dgm:t>
    </dgm:pt>
    <dgm:pt modelId="{5A802070-6C14-4215-A5BB-694F851FE9B2}" type="parTrans" cxnId="{869AE744-9609-45E9-8540-5EE6989425E6}">
      <dgm:prSet/>
      <dgm:spPr/>
      <dgm:t>
        <a:bodyPr/>
        <a:lstStyle/>
        <a:p>
          <a:endParaRPr lang="en-US"/>
        </a:p>
      </dgm:t>
    </dgm:pt>
    <dgm:pt modelId="{E41DA4A5-CBF4-4779-B0AD-370F7635692F}" type="sibTrans" cxnId="{869AE744-9609-45E9-8540-5EE6989425E6}">
      <dgm:prSet/>
      <dgm:spPr/>
      <dgm:t>
        <a:bodyPr/>
        <a:lstStyle/>
        <a:p>
          <a:endParaRPr lang="en-US"/>
        </a:p>
      </dgm:t>
    </dgm:pt>
    <dgm:pt modelId="{04B63EC2-26CC-4F79-9576-83619E4319B2}" type="pres">
      <dgm:prSet presAssocID="{C87DDAD2-5872-4E15-9B19-319A11AE0D5B}" presName="vert0" presStyleCnt="0">
        <dgm:presLayoutVars>
          <dgm:dir/>
          <dgm:animOne val="branch"/>
          <dgm:animLvl val="lvl"/>
        </dgm:presLayoutVars>
      </dgm:prSet>
      <dgm:spPr/>
    </dgm:pt>
    <dgm:pt modelId="{DBF7F7AB-3492-4B42-BEA3-A093E210A172}" type="pres">
      <dgm:prSet presAssocID="{EB93FBA3-3CB1-4BD0-BDE9-7D644082CB60}" presName="thickLine" presStyleLbl="alignNode1" presStyleIdx="0" presStyleCnt="3"/>
      <dgm:spPr/>
    </dgm:pt>
    <dgm:pt modelId="{7FD5BED4-2586-4025-9908-302ACDA8AD37}" type="pres">
      <dgm:prSet presAssocID="{EB93FBA3-3CB1-4BD0-BDE9-7D644082CB60}" presName="horz1" presStyleCnt="0"/>
      <dgm:spPr/>
    </dgm:pt>
    <dgm:pt modelId="{095CE487-3AD3-48DB-8274-3802DEA6ED5C}" type="pres">
      <dgm:prSet presAssocID="{EB93FBA3-3CB1-4BD0-BDE9-7D644082CB60}" presName="tx1" presStyleLbl="revTx" presStyleIdx="0" presStyleCnt="3"/>
      <dgm:spPr/>
    </dgm:pt>
    <dgm:pt modelId="{1C76993B-050C-4DED-B20D-5FF5E32093E9}" type="pres">
      <dgm:prSet presAssocID="{EB93FBA3-3CB1-4BD0-BDE9-7D644082CB60}" presName="vert1" presStyleCnt="0"/>
      <dgm:spPr/>
    </dgm:pt>
    <dgm:pt modelId="{4471A623-3EC2-411A-89B7-730B118DC341}" type="pres">
      <dgm:prSet presAssocID="{DF19AE4D-D5AA-4E89-83A2-D851B1AFC248}" presName="thickLine" presStyleLbl="alignNode1" presStyleIdx="1" presStyleCnt="3"/>
      <dgm:spPr/>
    </dgm:pt>
    <dgm:pt modelId="{53F3A4B0-AD10-4B5A-858A-1C5FDD7460F7}" type="pres">
      <dgm:prSet presAssocID="{DF19AE4D-D5AA-4E89-83A2-D851B1AFC248}" presName="horz1" presStyleCnt="0"/>
      <dgm:spPr/>
    </dgm:pt>
    <dgm:pt modelId="{A3ABD6F6-7C0C-464F-9F15-7394BC0936B1}" type="pres">
      <dgm:prSet presAssocID="{DF19AE4D-D5AA-4E89-83A2-D851B1AFC248}" presName="tx1" presStyleLbl="revTx" presStyleIdx="1" presStyleCnt="3"/>
      <dgm:spPr/>
    </dgm:pt>
    <dgm:pt modelId="{522966FE-7443-437C-8EE3-2D69E37C2FF7}" type="pres">
      <dgm:prSet presAssocID="{DF19AE4D-D5AA-4E89-83A2-D851B1AFC248}" presName="vert1" presStyleCnt="0"/>
      <dgm:spPr/>
    </dgm:pt>
    <dgm:pt modelId="{3A68BA69-AC1E-4900-A0A3-9AAB15CCBE6C}" type="pres">
      <dgm:prSet presAssocID="{55AF49EF-2AA5-48A5-81E4-EF1B09AD9231}" presName="thickLine" presStyleLbl="alignNode1" presStyleIdx="2" presStyleCnt="3"/>
      <dgm:spPr/>
    </dgm:pt>
    <dgm:pt modelId="{9D919406-AC4D-4A74-BE6B-1D1E9EFE0120}" type="pres">
      <dgm:prSet presAssocID="{55AF49EF-2AA5-48A5-81E4-EF1B09AD9231}" presName="horz1" presStyleCnt="0"/>
      <dgm:spPr/>
    </dgm:pt>
    <dgm:pt modelId="{6A023724-BAF4-4A31-A15F-882F64F4A157}" type="pres">
      <dgm:prSet presAssocID="{55AF49EF-2AA5-48A5-81E4-EF1B09AD9231}" presName="tx1" presStyleLbl="revTx" presStyleIdx="2" presStyleCnt="3"/>
      <dgm:spPr/>
    </dgm:pt>
    <dgm:pt modelId="{9520228B-57E5-43E3-8D6E-BCFC1E67317E}" type="pres">
      <dgm:prSet presAssocID="{55AF49EF-2AA5-48A5-81E4-EF1B09AD9231}" presName="vert1" presStyleCnt="0"/>
      <dgm:spPr/>
    </dgm:pt>
  </dgm:ptLst>
  <dgm:cxnLst>
    <dgm:cxn modelId="{451D121B-4883-46D3-AFDD-9458DA1CF3F7}" type="presOf" srcId="{EB93FBA3-3CB1-4BD0-BDE9-7D644082CB60}" destId="{095CE487-3AD3-48DB-8274-3802DEA6ED5C}" srcOrd="0" destOrd="0" presId="urn:microsoft.com/office/officeart/2008/layout/LinedList"/>
    <dgm:cxn modelId="{869AE744-9609-45E9-8540-5EE6989425E6}" srcId="{C87DDAD2-5872-4E15-9B19-319A11AE0D5B}" destId="{55AF49EF-2AA5-48A5-81E4-EF1B09AD9231}" srcOrd="2" destOrd="0" parTransId="{5A802070-6C14-4215-A5BB-694F851FE9B2}" sibTransId="{E41DA4A5-CBF4-4779-B0AD-370F7635692F}"/>
    <dgm:cxn modelId="{B4140966-FD3C-4EC0-9C8D-22E92583A8ED}" srcId="{C87DDAD2-5872-4E15-9B19-319A11AE0D5B}" destId="{EB93FBA3-3CB1-4BD0-BDE9-7D644082CB60}" srcOrd="0" destOrd="0" parTransId="{D98587A9-8CC0-4BAA-AC12-CF3296966921}" sibTransId="{8814D15A-1CD6-4769-B023-E927E3289D40}"/>
    <dgm:cxn modelId="{BBD2336E-B3F4-4D6C-98BA-E3C4E03779CC}" type="presOf" srcId="{DF19AE4D-D5AA-4E89-83A2-D851B1AFC248}" destId="{A3ABD6F6-7C0C-464F-9F15-7394BC0936B1}" srcOrd="0" destOrd="0" presId="urn:microsoft.com/office/officeart/2008/layout/LinedList"/>
    <dgm:cxn modelId="{049B7870-7416-41EC-8D52-5BCDFB2E307E}" srcId="{C87DDAD2-5872-4E15-9B19-319A11AE0D5B}" destId="{DF19AE4D-D5AA-4E89-83A2-D851B1AFC248}" srcOrd="1" destOrd="0" parTransId="{C2DF4B2F-1A14-4446-A16B-B828461001F3}" sibTransId="{45E87D2F-8AAC-437F-8817-6DD7F2084F29}"/>
    <dgm:cxn modelId="{92427E96-6C18-49F6-8894-468823902E9B}" type="presOf" srcId="{C87DDAD2-5872-4E15-9B19-319A11AE0D5B}" destId="{04B63EC2-26CC-4F79-9576-83619E4319B2}" srcOrd="0" destOrd="0" presId="urn:microsoft.com/office/officeart/2008/layout/LinedList"/>
    <dgm:cxn modelId="{7FC86599-B4CD-4662-93E9-EDE2EDFD25E2}" type="presOf" srcId="{55AF49EF-2AA5-48A5-81E4-EF1B09AD9231}" destId="{6A023724-BAF4-4A31-A15F-882F64F4A157}" srcOrd="0" destOrd="0" presId="urn:microsoft.com/office/officeart/2008/layout/LinedList"/>
    <dgm:cxn modelId="{96826D5B-5A44-4408-B114-61EFAA93778A}" type="presParOf" srcId="{04B63EC2-26CC-4F79-9576-83619E4319B2}" destId="{DBF7F7AB-3492-4B42-BEA3-A093E210A172}" srcOrd="0" destOrd="0" presId="urn:microsoft.com/office/officeart/2008/layout/LinedList"/>
    <dgm:cxn modelId="{41BC98D3-2A77-4B6D-AE5C-ED28BAD58553}" type="presParOf" srcId="{04B63EC2-26CC-4F79-9576-83619E4319B2}" destId="{7FD5BED4-2586-4025-9908-302ACDA8AD37}" srcOrd="1" destOrd="0" presId="urn:microsoft.com/office/officeart/2008/layout/LinedList"/>
    <dgm:cxn modelId="{2B13AC81-5B3C-4158-9CDD-48C7CBBE6F9E}" type="presParOf" srcId="{7FD5BED4-2586-4025-9908-302ACDA8AD37}" destId="{095CE487-3AD3-48DB-8274-3802DEA6ED5C}" srcOrd="0" destOrd="0" presId="urn:microsoft.com/office/officeart/2008/layout/LinedList"/>
    <dgm:cxn modelId="{62A4A1E1-A86F-4A93-8481-C1C282CCBDA6}" type="presParOf" srcId="{7FD5BED4-2586-4025-9908-302ACDA8AD37}" destId="{1C76993B-050C-4DED-B20D-5FF5E32093E9}" srcOrd="1" destOrd="0" presId="urn:microsoft.com/office/officeart/2008/layout/LinedList"/>
    <dgm:cxn modelId="{81E5D422-E70B-48C8-8D30-07B735E673F5}" type="presParOf" srcId="{04B63EC2-26CC-4F79-9576-83619E4319B2}" destId="{4471A623-3EC2-411A-89B7-730B118DC341}" srcOrd="2" destOrd="0" presId="urn:microsoft.com/office/officeart/2008/layout/LinedList"/>
    <dgm:cxn modelId="{94A4DE04-ECBF-4220-AC25-CF1657021F8D}" type="presParOf" srcId="{04B63EC2-26CC-4F79-9576-83619E4319B2}" destId="{53F3A4B0-AD10-4B5A-858A-1C5FDD7460F7}" srcOrd="3" destOrd="0" presId="urn:microsoft.com/office/officeart/2008/layout/LinedList"/>
    <dgm:cxn modelId="{ADFB70E3-704F-4BF2-BCC5-B00E57A3BAA2}" type="presParOf" srcId="{53F3A4B0-AD10-4B5A-858A-1C5FDD7460F7}" destId="{A3ABD6F6-7C0C-464F-9F15-7394BC0936B1}" srcOrd="0" destOrd="0" presId="urn:microsoft.com/office/officeart/2008/layout/LinedList"/>
    <dgm:cxn modelId="{5D4E06F5-F93B-4B9E-BA5B-E83481CCA395}" type="presParOf" srcId="{53F3A4B0-AD10-4B5A-858A-1C5FDD7460F7}" destId="{522966FE-7443-437C-8EE3-2D69E37C2FF7}" srcOrd="1" destOrd="0" presId="urn:microsoft.com/office/officeart/2008/layout/LinedList"/>
    <dgm:cxn modelId="{CFD6880C-2D06-4C69-87D6-23D9D2CB3E74}" type="presParOf" srcId="{04B63EC2-26CC-4F79-9576-83619E4319B2}" destId="{3A68BA69-AC1E-4900-A0A3-9AAB15CCBE6C}" srcOrd="4" destOrd="0" presId="urn:microsoft.com/office/officeart/2008/layout/LinedList"/>
    <dgm:cxn modelId="{EDEE4F97-2A79-447B-B20F-D83EC1A5D0AC}" type="presParOf" srcId="{04B63EC2-26CC-4F79-9576-83619E4319B2}" destId="{9D919406-AC4D-4A74-BE6B-1D1E9EFE0120}" srcOrd="5" destOrd="0" presId="urn:microsoft.com/office/officeart/2008/layout/LinedList"/>
    <dgm:cxn modelId="{B122EEF8-BFB0-4E4E-8DA4-6A8B86B8728E}" type="presParOf" srcId="{9D919406-AC4D-4A74-BE6B-1D1E9EFE0120}" destId="{6A023724-BAF4-4A31-A15F-882F64F4A157}" srcOrd="0" destOrd="0" presId="urn:microsoft.com/office/officeart/2008/layout/LinedList"/>
    <dgm:cxn modelId="{035D8800-4793-4ACA-90E5-232406488775}" type="presParOf" srcId="{9D919406-AC4D-4A74-BE6B-1D1E9EFE0120}" destId="{9520228B-57E5-43E3-8D6E-BCFC1E67317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6986C3-D424-4E8D-9FAC-F16B844D1A9A}">
      <dsp:nvSpPr>
        <dsp:cNvPr id="0" name=""/>
        <dsp:cNvSpPr/>
      </dsp:nvSpPr>
      <dsp:spPr>
        <a:xfrm>
          <a:off x="3953" y="85736"/>
          <a:ext cx="2377306" cy="83371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Multiple options are</a:t>
          </a:r>
        </a:p>
      </dsp:txBody>
      <dsp:txXfrm>
        <a:off x="3953" y="85736"/>
        <a:ext cx="2377306" cy="833710"/>
      </dsp:txXfrm>
    </dsp:sp>
    <dsp:sp modelId="{268062E0-B932-4D39-83EF-EE0C749174F0}">
      <dsp:nvSpPr>
        <dsp:cNvPr id="0" name=""/>
        <dsp:cNvSpPr/>
      </dsp:nvSpPr>
      <dsp:spPr>
        <a:xfrm>
          <a:off x="3953" y="919446"/>
          <a:ext cx="2377306" cy="334615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Application Load Balancer -- ALB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Network Load Balancer      -- NLB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AWS Classic Load Balancer-- CLB</a:t>
          </a:r>
        </a:p>
      </dsp:txBody>
      <dsp:txXfrm>
        <a:off x="3953" y="919446"/>
        <a:ext cx="2377306" cy="3346154"/>
      </dsp:txXfrm>
    </dsp:sp>
    <dsp:sp modelId="{E20CEC13-6E98-4D71-8634-3969E60877DC}">
      <dsp:nvSpPr>
        <dsp:cNvPr id="0" name=""/>
        <dsp:cNvSpPr/>
      </dsp:nvSpPr>
      <dsp:spPr>
        <a:xfrm>
          <a:off x="2714082" y="85736"/>
          <a:ext cx="2377306" cy="833710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Application Load Balancer</a:t>
          </a:r>
        </a:p>
      </dsp:txBody>
      <dsp:txXfrm>
        <a:off x="2714082" y="85736"/>
        <a:ext cx="2377306" cy="833710"/>
      </dsp:txXfrm>
    </dsp:sp>
    <dsp:sp modelId="{F3ED2A0C-DC2E-41B2-841F-7F01DBD1681C}">
      <dsp:nvSpPr>
        <dsp:cNvPr id="0" name=""/>
        <dsp:cNvSpPr/>
      </dsp:nvSpPr>
      <dsp:spPr>
        <a:xfrm>
          <a:off x="2714082" y="919446"/>
          <a:ext cx="2377306" cy="3346154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To perform LB on HTTP and HTTPS</a:t>
          </a:r>
        </a:p>
      </dsp:txBody>
      <dsp:txXfrm>
        <a:off x="2714082" y="919446"/>
        <a:ext cx="2377306" cy="3346154"/>
      </dsp:txXfrm>
    </dsp:sp>
    <dsp:sp modelId="{4AD93D81-B829-43FD-9AAC-62578962F6D3}">
      <dsp:nvSpPr>
        <dsp:cNvPr id="0" name=""/>
        <dsp:cNvSpPr/>
      </dsp:nvSpPr>
      <dsp:spPr>
        <a:xfrm>
          <a:off x="5424211" y="85736"/>
          <a:ext cx="2377306" cy="833710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Network Load Balancer</a:t>
          </a:r>
        </a:p>
      </dsp:txBody>
      <dsp:txXfrm>
        <a:off x="5424211" y="85736"/>
        <a:ext cx="2377306" cy="833710"/>
      </dsp:txXfrm>
    </dsp:sp>
    <dsp:sp modelId="{9C25230A-52D3-4DE4-A63F-B492E4D56002}">
      <dsp:nvSpPr>
        <dsp:cNvPr id="0" name=""/>
        <dsp:cNvSpPr/>
      </dsp:nvSpPr>
      <dsp:spPr>
        <a:xfrm>
          <a:off x="5424211" y="919446"/>
          <a:ext cx="2377306" cy="3346154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To perform LB on any TCP port</a:t>
          </a:r>
        </a:p>
      </dsp:txBody>
      <dsp:txXfrm>
        <a:off x="5424211" y="919446"/>
        <a:ext cx="2377306" cy="3346154"/>
      </dsp:txXfrm>
    </dsp:sp>
    <dsp:sp modelId="{E6E0B45F-A5AB-4493-B79F-BF667CD26846}">
      <dsp:nvSpPr>
        <dsp:cNvPr id="0" name=""/>
        <dsp:cNvSpPr/>
      </dsp:nvSpPr>
      <dsp:spPr>
        <a:xfrm>
          <a:off x="8134340" y="85736"/>
          <a:ext cx="2377306" cy="83371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AWS Classic Load Balancer</a:t>
          </a:r>
        </a:p>
      </dsp:txBody>
      <dsp:txXfrm>
        <a:off x="8134340" y="85736"/>
        <a:ext cx="2377306" cy="833710"/>
      </dsp:txXfrm>
    </dsp:sp>
    <dsp:sp modelId="{7CA25D8D-5B67-446C-A0F6-9D0F5316D32C}">
      <dsp:nvSpPr>
        <dsp:cNvPr id="0" name=""/>
        <dsp:cNvSpPr/>
      </dsp:nvSpPr>
      <dsp:spPr>
        <a:xfrm>
          <a:off x="8134340" y="919446"/>
          <a:ext cx="2377306" cy="3346154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Previous Generation </a:t>
          </a:r>
          <a:r>
            <a:rPr lang="en-US" sz="2300" kern="1200">
              <a:sym typeface="Wingdings" panose="05000000000000000000" pitchFamily="2" charset="2"/>
            </a:rPr>
            <a:t></a:t>
          </a:r>
          <a:r>
            <a:rPr lang="en-US" sz="2300" kern="1200"/>
            <a:t> HTTP, HTTPS and TCP</a:t>
          </a:r>
        </a:p>
      </dsp:txBody>
      <dsp:txXfrm>
        <a:off x="8134340" y="919446"/>
        <a:ext cx="2377306" cy="33461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116851-C227-4ED9-9339-DBC17DD87197}">
      <dsp:nvSpPr>
        <dsp:cNvPr id="0" name=""/>
        <dsp:cNvSpPr/>
      </dsp:nvSpPr>
      <dsp:spPr>
        <a:xfrm>
          <a:off x="0" y="16408"/>
          <a:ext cx="6172199" cy="1141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Pre-requisite</a:t>
          </a:r>
          <a:endParaRPr lang="en-US" sz="3200" kern="1200" dirty="0"/>
        </a:p>
      </dsp:txBody>
      <dsp:txXfrm>
        <a:off x="55744" y="72152"/>
        <a:ext cx="6060711" cy="1030432"/>
      </dsp:txXfrm>
    </dsp:sp>
    <dsp:sp modelId="{92E02EBE-7B46-4037-9433-3ACE574EFC3D}">
      <dsp:nvSpPr>
        <dsp:cNvPr id="0" name=""/>
        <dsp:cNvSpPr/>
      </dsp:nvSpPr>
      <dsp:spPr>
        <a:xfrm>
          <a:off x="0" y="1158328"/>
          <a:ext cx="6172199" cy="1073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967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We need to have minimum of 2 Subnets and these 2 subnets should be in 2 different Availability Zone.</a:t>
          </a:r>
        </a:p>
      </dsp:txBody>
      <dsp:txXfrm>
        <a:off x="0" y="1158328"/>
        <a:ext cx="6172199" cy="1073295"/>
      </dsp:txXfrm>
    </dsp:sp>
    <dsp:sp modelId="{AF02DC4D-3B4A-4F05-9BFD-B10D7E0AFEB4}">
      <dsp:nvSpPr>
        <dsp:cNvPr id="0" name=""/>
        <dsp:cNvSpPr/>
      </dsp:nvSpPr>
      <dsp:spPr>
        <a:xfrm>
          <a:off x="0" y="2231623"/>
          <a:ext cx="6172199" cy="114192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/>
            <a:t>Configuration</a:t>
          </a:r>
          <a:endParaRPr lang="en-US" sz="3200" kern="1200"/>
        </a:p>
      </dsp:txBody>
      <dsp:txXfrm>
        <a:off x="55744" y="2287367"/>
        <a:ext cx="6060711" cy="1030432"/>
      </dsp:txXfrm>
    </dsp:sp>
    <dsp:sp modelId="{3A9DF564-4E94-402F-B3FA-00034F2ADDF1}">
      <dsp:nvSpPr>
        <dsp:cNvPr id="0" name=""/>
        <dsp:cNvSpPr/>
      </dsp:nvSpPr>
      <dsp:spPr>
        <a:xfrm>
          <a:off x="0" y="3373543"/>
          <a:ext cx="6172199" cy="1483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967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Only 1 subnet can be selected in an Availability Zone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Also supports Ipv6 on the FrontENd of Loadbalancer</a:t>
          </a:r>
        </a:p>
      </dsp:txBody>
      <dsp:txXfrm>
        <a:off x="0" y="3373543"/>
        <a:ext cx="6172199" cy="14836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14DBE1-185E-4030-B068-BCFB5B6F17B4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F662DD-3CF2-44B6-8C13-7A236535E534}">
      <dsp:nvSpPr>
        <dsp:cNvPr id="0" name=""/>
        <dsp:cNvSpPr/>
      </dsp:nvSpPr>
      <dsp:spPr>
        <a:xfrm>
          <a:off x="0" y="0"/>
          <a:ext cx="3533119" cy="4351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4 Sub steps</a:t>
          </a:r>
        </a:p>
      </dsp:txBody>
      <dsp:txXfrm>
        <a:off x="0" y="0"/>
        <a:ext cx="3533119" cy="4351338"/>
      </dsp:txXfrm>
    </dsp:sp>
    <dsp:sp modelId="{072D500A-A2E3-45C6-BDF8-1B575824208B}">
      <dsp:nvSpPr>
        <dsp:cNvPr id="0" name=""/>
        <dsp:cNvSpPr/>
      </dsp:nvSpPr>
      <dsp:spPr>
        <a:xfrm>
          <a:off x="3663897" y="51151"/>
          <a:ext cx="6844022" cy="1023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Sub-Step1: Configure Load Balancer</a:t>
          </a:r>
        </a:p>
      </dsp:txBody>
      <dsp:txXfrm>
        <a:off x="3663897" y="51151"/>
        <a:ext cx="6844022" cy="1023031"/>
      </dsp:txXfrm>
    </dsp:sp>
    <dsp:sp modelId="{32A2EBA8-2AF3-41BE-9AE6-94D6A5317CE8}">
      <dsp:nvSpPr>
        <dsp:cNvPr id="0" name=""/>
        <dsp:cNvSpPr/>
      </dsp:nvSpPr>
      <dsp:spPr>
        <a:xfrm>
          <a:off x="3533119" y="1074183"/>
          <a:ext cx="69748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5A269E-93E8-4BA0-9886-0D346D69EA2A}">
      <dsp:nvSpPr>
        <dsp:cNvPr id="0" name=""/>
        <dsp:cNvSpPr/>
      </dsp:nvSpPr>
      <dsp:spPr>
        <a:xfrm>
          <a:off x="3663897" y="1125335"/>
          <a:ext cx="6844022" cy="1023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Sub-Step2: Security Group</a:t>
          </a:r>
        </a:p>
      </dsp:txBody>
      <dsp:txXfrm>
        <a:off x="3663897" y="1125335"/>
        <a:ext cx="6844022" cy="1023031"/>
      </dsp:txXfrm>
    </dsp:sp>
    <dsp:sp modelId="{2AC3D4A5-C362-43DD-8BE0-6C171F496B35}">
      <dsp:nvSpPr>
        <dsp:cNvPr id="0" name=""/>
        <dsp:cNvSpPr/>
      </dsp:nvSpPr>
      <dsp:spPr>
        <a:xfrm>
          <a:off x="3533119" y="2148366"/>
          <a:ext cx="69748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994DCA-1FBC-4AF8-AFC5-6B8A42D1E51F}">
      <dsp:nvSpPr>
        <dsp:cNvPr id="0" name=""/>
        <dsp:cNvSpPr/>
      </dsp:nvSpPr>
      <dsp:spPr>
        <a:xfrm>
          <a:off x="3663897" y="2199518"/>
          <a:ext cx="6844022" cy="1023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Sub-Step3: Configure Routing</a:t>
          </a:r>
        </a:p>
      </dsp:txBody>
      <dsp:txXfrm>
        <a:off x="3663897" y="2199518"/>
        <a:ext cx="6844022" cy="1023031"/>
      </dsp:txXfrm>
    </dsp:sp>
    <dsp:sp modelId="{C35A5132-1BA4-44B4-A7B5-1BA588417DCC}">
      <dsp:nvSpPr>
        <dsp:cNvPr id="0" name=""/>
        <dsp:cNvSpPr/>
      </dsp:nvSpPr>
      <dsp:spPr>
        <a:xfrm>
          <a:off x="3533119" y="3222550"/>
          <a:ext cx="69748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EFFA8E-07E3-4DE7-9280-D4170400860E}">
      <dsp:nvSpPr>
        <dsp:cNvPr id="0" name=""/>
        <dsp:cNvSpPr/>
      </dsp:nvSpPr>
      <dsp:spPr>
        <a:xfrm>
          <a:off x="3663897" y="3273701"/>
          <a:ext cx="6844022" cy="1023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Sub-Step4: Register Target</a:t>
          </a:r>
        </a:p>
      </dsp:txBody>
      <dsp:txXfrm>
        <a:off x="3663897" y="3273701"/>
        <a:ext cx="6844022" cy="1023031"/>
      </dsp:txXfrm>
    </dsp:sp>
    <dsp:sp modelId="{61C91C1B-7A59-442D-9B67-2027AC36EA6D}">
      <dsp:nvSpPr>
        <dsp:cNvPr id="0" name=""/>
        <dsp:cNvSpPr/>
      </dsp:nvSpPr>
      <dsp:spPr>
        <a:xfrm>
          <a:off x="3533119" y="4296733"/>
          <a:ext cx="69748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4D2290-A2E1-41FB-BBE5-A8C5A7201D7E}">
      <dsp:nvSpPr>
        <dsp:cNvPr id="0" name=""/>
        <dsp:cNvSpPr/>
      </dsp:nvSpPr>
      <dsp:spPr>
        <a:xfrm>
          <a:off x="5308" y="42669"/>
          <a:ext cx="5360491" cy="1296000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Front End </a:t>
          </a:r>
        </a:p>
      </dsp:txBody>
      <dsp:txXfrm>
        <a:off x="653308" y="42669"/>
        <a:ext cx="4064491" cy="1296000"/>
      </dsp:txXfrm>
    </dsp:sp>
    <dsp:sp modelId="{5D989C3A-0DBE-458A-B922-F7E3EBB71587}">
      <dsp:nvSpPr>
        <dsp:cNvPr id="0" name=""/>
        <dsp:cNvSpPr/>
      </dsp:nvSpPr>
      <dsp:spPr>
        <a:xfrm>
          <a:off x="5308" y="1500669"/>
          <a:ext cx="4288393" cy="280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Whether the LB has to “internet Facing” Or “Internal” facing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The Front-end Public IP is created Automatically for “Application LB”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We have a option to assign an Static Public Ip (ElasticIP) for “Network LB”</a:t>
          </a:r>
        </a:p>
      </dsp:txBody>
      <dsp:txXfrm>
        <a:off x="5308" y="1500669"/>
        <a:ext cx="4288393" cy="2808000"/>
      </dsp:txXfrm>
    </dsp:sp>
    <dsp:sp modelId="{96524DCE-13B8-41A3-B35F-98B431EF26D3}">
      <dsp:nvSpPr>
        <dsp:cNvPr id="0" name=""/>
        <dsp:cNvSpPr/>
      </dsp:nvSpPr>
      <dsp:spPr>
        <a:xfrm>
          <a:off x="5149800" y="42669"/>
          <a:ext cx="5360491" cy="1296000"/>
        </a:xfrm>
        <a:prstGeom prst="chevron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Back End</a:t>
          </a:r>
        </a:p>
      </dsp:txBody>
      <dsp:txXfrm>
        <a:off x="5797800" y="42669"/>
        <a:ext cx="4064491" cy="1296000"/>
      </dsp:txXfrm>
    </dsp:sp>
    <dsp:sp modelId="{C8722ED5-480C-4DF6-A867-2CF08C7E5DA4}">
      <dsp:nvSpPr>
        <dsp:cNvPr id="0" name=""/>
        <dsp:cNvSpPr/>
      </dsp:nvSpPr>
      <dsp:spPr>
        <a:xfrm>
          <a:off x="5149800" y="1500669"/>
          <a:ext cx="4288393" cy="280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For Application LB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We need to add a VPC that has a min of 2 Subnets in 2 Different Availability Zone.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For Network LB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We can have a min of 1 Subnet in the backend.</a:t>
          </a:r>
        </a:p>
      </dsp:txBody>
      <dsp:txXfrm>
        <a:off x="5149800" y="1500669"/>
        <a:ext cx="4288393" cy="2808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DDB85D-890D-403B-8435-91E30718AA97}">
      <dsp:nvSpPr>
        <dsp:cNvPr id="0" name=""/>
        <dsp:cNvSpPr/>
      </dsp:nvSpPr>
      <dsp:spPr>
        <a:xfrm>
          <a:off x="0" y="294894"/>
          <a:ext cx="6572534" cy="178717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Since LB is an individual feature, we need to specify what traffic can come in.</a:t>
          </a:r>
        </a:p>
      </dsp:txBody>
      <dsp:txXfrm>
        <a:off x="87243" y="382137"/>
        <a:ext cx="6398048" cy="1612689"/>
      </dsp:txXfrm>
    </dsp:sp>
    <dsp:sp modelId="{CE5A4189-B203-4328-96CD-1DC22DF5D4C6}">
      <dsp:nvSpPr>
        <dsp:cNvPr id="0" name=""/>
        <dsp:cNvSpPr/>
      </dsp:nvSpPr>
      <dsp:spPr>
        <a:xfrm>
          <a:off x="0" y="2269269"/>
          <a:ext cx="6572534" cy="1787175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Security Group option is available only in “Application LB” and NOT in “Network LB”.</a:t>
          </a:r>
        </a:p>
      </dsp:txBody>
      <dsp:txXfrm>
        <a:off x="87243" y="2356512"/>
        <a:ext cx="6398048" cy="16126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BA028C-872A-4AFD-85B6-C49A70ADAC45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F3872C-6ED2-496D-B992-C1C287B11CF7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51ED10-1BB1-4BEB-B414-EC263B12AA20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There is an Automatic “DNS” name created by AWS, also called as “A Record” for IPV4 or “AAAA Record” for IPv6.</a:t>
          </a:r>
        </a:p>
      </dsp:txBody>
      <dsp:txXfrm>
        <a:off x="1435590" y="531"/>
        <a:ext cx="9080009" cy="1242935"/>
      </dsp:txXfrm>
    </dsp:sp>
    <dsp:sp modelId="{95358A4E-4696-4828-BAE9-10FDC4A12D1A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1F2137-99D8-41DB-98EE-D44C6775192B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DF2F4C-B31B-48AA-9943-A2F73512DFD0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For “Application LB” the IPV4 and IPV6 address is automatically assigned.</a:t>
          </a:r>
        </a:p>
      </dsp:txBody>
      <dsp:txXfrm>
        <a:off x="1435590" y="1554201"/>
        <a:ext cx="9080009" cy="1242935"/>
      </dsp:txXfrm>
    </dsp:sp>
    <dsp:sp modelId="{B0207476-66B6-4D9B-AAF8-954232685E38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55EF49-B03E-4C2B-88A5-D015B187D063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046005-15A9-4AFA-84B2-02F3BC95742A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 case of “Network LB”, we have an option to use an Elastic IP for the LB DNS name.</a:t>
          </a:r>
        </a:p>
      </dsp:txBody>
      <dsp:txXfrm>
        <a:off x="1435590" y="3107870"/>
        <a:ext cx="9080009" cy="12429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A5309B-CACB-4B83-A5A6-1E8E1D99B087}">
      <dsp:nvSpPr>
        <dsp:cNvPr id="0" name=""/>
        <dsp:cNvSpPr/>
      </dsp:nvSpPr>
      <dsp:spPr>
        <a:xfrm>
          <a:off x="1283" y="0"/>
          <a:ext cx="5006206" cy="435133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0303" tIns="330200" rIns="39030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It can Scale Out and Scale in of Virtual Machine (EC2 instances)</a:t>
          </a:r>
        </a:p>
      </dsp:txBody>
      <dsp:txXfrm>
        <a:off x="1283" y="1653508"/>
        <a:ext cx="5006206" cy="2610802"/>
      </dsp:txXfrm>
    </dsp:sp>
    <dsp:sp modelId="{A0106BC1-D2C2-48B2-8D4F-D40AD86FDDD0}">
      <dsp:nvSpPr>
        <dsp:cNvPr id="0" name=""/>
        <dsp:cNvSpPr/>
      </dsp:nvSpPr>
      <dsp:spPr>
        <a:xfrm>
          <a:off x="1851685" y="435133"/>
          <a:ext cx="1305401" cy="13054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2042857" y="626305"/>
        <a:ext cx="923057" cy="923057"/>
      </dsp:txXfrm>
    </dsp:sp>
    <dsp:sp modelId="{86A47183-982D-4F80-A210-9FC9B9D0C974}">
      <dsp:nvSpPr>
        <dsp:cNvPr id="0" name=""/>
        <dsp:cNvSpPr/>
      </dsp:nvSpPr>
      <dsp:spPr>
        <a:xfrm>
          <a:off x="1283" y="4351266"/>
          <a:ext cx="5006206" cy="72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82B6686-04A7-489A-8A79-8B567405300B}">
      <dsp:nvSpPr>
        <dsp:cNvPr id="0" name=""/>
        <dsp:cNvSpPr/>
      </dsp:nvSpPr>
      <dsp:spPr>
        <a:xfrm>
          <a:off x="5508110" y="0"/>
          <a:ext cx="5006206" cy="4351338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0303" tIns="330200" rIns="39030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During Scale In, the VM’s are deleted in FIFO Manner (First in First Out)</a:t>
          </a:r>
        </a:p>
      </dsp:txBody>
      <dsp:txXfrm>
        <a:off x="5508110" y="1653508"/>
        <a:ext cx="5006206" cy="2610802"/>
      </dsp:txXfrm>
    </dsp:sp>
    <dsp:sp modelId="{6A9D8634-02D7-4DCB-96A8-B916D9D42B06}">
      <dsp:nvSpPr>
        <dsp:cNvPr id="0" name=""/>
        <dsp:cNvSpPr/>
      </dsp:nvSpPr>
      <dsp:spPr>
        <a:xfrm>
          <a:off x="7358512" y="435133"/>
          <a:ext cx="1305401" cy="1305401"/>
        </a:xfrm>
        <a:prstGeom prst="ellips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7549684" y="626305"/>
        <a:ext cx="923057" cy="923057"/>
      </dsp:txXfrm>
    </dsp:sp>
    <dsp:sp modelId="{705CD52F-544F-4CD2-BE85-773D480BE8F3}">
      <dsp:nvSpPr>
        <dsp:cNvPr id="0" name=""/>
        <dsp:cNvSpPr/>
      </dsp:nvSpPr>
      <dsp:spPr>
        <a:xfrm>
          <a:off x="5508110" y="4351266"/>
          <a:ext cx="5006206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A68BE5-997E-4325-949F-F3A85BDE87C3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F76A03-61CF-43F4-AF25-74F165BA0FAD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0233A6-381E-4DAA-B996-ECD6ADD26CC0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CPU Utilization</a:t>
          </a:r>
        </a:p>
      </dsp:txBody>
      <dsp:txXfrm>
        <a:off x="1834517" y="469890"/>
        <a:ext cx="3148942" cy="1335915"/>
      </dsp:txXfrm>
    </dsp:sp>
    <dsp:sp modelId="{F8160226-3111-4163-94CF-6642B364160D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26C7D8-DB48-4ACF-93D8-E72FF217B8E3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44384-2985-4CAA-97EB-BE5C38DC1CA6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Network IN/OUT</a:t>
          </a:r>
        </a:p>
      </dsp:txBody>
      <dsp:txXfrm>
        <a:off x="7154322" y="469890"/>
        <a:ext cx="3148942" cy="1335915"/>
      </dsp:txXfrm>
    </dsp:sp>
    <dsp:sp modelId="{EB29FA31-0EE2-403F-B5B9-DA2BFF0A44A7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8B92A2-4B93-4612-8DDC-5059DF8A36FB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C9787-837A-41B5-B21A-869A91208117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Disk read</a:t>
          </a:r>
        </a:p>
      </dsp:txBody>
      <dsp:txXfrm>
        <a:off x="1834517" y="2545532"/>
        <a:ext cx="3148942" cy="1335915"/>
      </dsp:txXfrm>
    </dsp:sp>
    <dsp:sp modelId="{ECD5124B-9F86-4D57-8846-82293539CA12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90975C-E92C-42AE-AB6C-289EC231EBB6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CA6501-7451-453A-9CCF-5C1C778E9BEA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Disk write</a:t>
          </a:r>
        </a:p>
      </dsp:txBody>
      <dsp:txXfrm>
        <a:off x="7154322" y="2545532"/>
        <a:ext cx="3148942" cy="133591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CF6FCD-71FC-4E4E-8656-AE6AA9EB6CF2}">
      <dsp:nvSpPr>
        <dsp:cNvPr id="0" name=""/>
        <dsp:cNvSpPr/>
      </dsp:nvSpPr>
      <dsp:spPr>
        <a:xfrm rot="16200000">
          <a:off x="1691" y="616080"/>
          <a:ext cx="3641464" cy="3641464"/>
        </a:xfrm>
        <a:prstGeom prst="downArrow">
          <a:avLst>
            <a:gd name="adj1" fmla="val 50000"/>
            <a:gd name="adj2" fmla="val 3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8920" tIns="248920" rIns="248920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Launch Configuration</a:t>
          </a:r>
        </a:p>
      </dsp:txBody>
      <dsp:txXfrm rot="5400000">
        <a:off x="1691" y="1526446"/>
        <a:ext cx="3004208" cy="1820732"/>
      </dsp:txXfrm>
    </dsp:sp>
    <dsp:sp modelId="{2906ACFF-0809-4DA2-9A58-69FF2661E45A}">
      <dsp:nvSpPr>
        <dsp:cNvPr id="0" name=""/>
        <dsp:cNvSpPr/>
      </dsp:nvSpPr>
      <dsp:spPr>
        <a:xfrm rot="5400000">
          <a:off x="3882292" y="616080"/>
          <a:ext cx="3641464" cy="3641464"/>
        </a:xfrm>
        <a:prstGeom prst="downArrow">
          <a:avLst>
            <a:gd name="adj1" fmla="val 50000"/>
            <a:gd name="adj2" fmla="val 35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8920" tIns="248920" rIns="248920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Autoscaling Group</a:t>
          </a:r>
        </a:p>
      </dsp:txBody>
      <dsp:txXfrm rot="-5400000">
        <a:off x="4519548" y="1526446"/>
        <a:ext cx="3004208" cy="182073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00ABF-3894-4902-9B1A-07C4E13422F5}">
      <dsp:nvSpPr>
        <dsp:cNvPr id="0" name=""/>
        <dsp:cNvSpPr/>
      </dsp:nvSpPr>
      <dsp:spPr>
        <a:xfrm>
          <a:off x="0" y="54759"/>
          <a:ext cx="6172199" cy="551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Options Configured for an EC2</a:t>
          </a:r>
          <a:endParaRPr lang="en-US" sz="2300" kern="1200"/>
        </a:p>
      </dsp:txBody>
      <dsp:txXfrm>
        <a:off x="26930" y="81689"/>
        <a:ext cx="6118339" cy="497795"/>
      </dsp:txXfrm>
    </dsp:sp>
    <dsp:sp modelId="{91DE9B5D-98EE-4BAC-9A21-1A0F6BF4BDDC}">
      <dsp:nvSpPr>
        <dsp:cNvPr id="0" name=""/>
        <dsp:cNvSpPr/>
      </dsp:nvSpPr>
      <dsp:spPr>
        <a:xfrm>
          <a:off x="0" y="672654"/>
          <a:ext cx="6172199" cy="551655"/>
        </a:xfrm>
        <a:prstGeom prst="roundRect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AMI</a:t>
          </a:r>
          <a:endParaRPr lang="en-US" sz="2300" kern="1200"/>
        </a:p>
      </dsp:txBody>
      <dsp:txXfrm>
        <a:off x="26930" y="699584"/>
        <a:ext cx="6118339" cy="497795"/>
      </dsp:txXfrm>
    </dsp:sp>
    <dsp:sp modelId="{27A02523-641D-4CB3-A173-3067F50DCEEB}">
      <dsp:nvSpPr>
        <dsp:cNvPr id="0" name=""/>
        <dsp:cNvSpPr/>
      </dsp:nvSpPr>
      <dsp:spPr>
        <a:xfrm>
          <a:off x="0" y="1290549"/>
          <a:ext cx="6172199" cy="551655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Instance type</a:t>
          </a:r>
          <a:endParaRPr lang="en-US" sz="2300" kern="1200"/>
        </a:p>
      </dsp:txBody>
      <dsp:txXfrm>
        <a:off x="26930" y="1317479"/>
        <a:ext cx="6118339" cy="497795"/>
      </dsp:txXfrm>
    </dsp:sp>
    <dsp:sp modelId="{8083818D-B374-4317-B623-7B8292751573}">
      <dsp:nvSpPr>
        <dsp:cNvPr id="0" name=""/>
        <dsp:cNvSpPr/>
      </dsp:nvSpPr>
      <dsp:spPr>
        <a:xfrm>
          <a:off x="0" y="1908444"/>
          <a:ext cx="6172199" cy="551655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Launch Config name with Advance Details</a:t>
          </a:r>
          <a:endParaRPr lang="en-US" sz="2300" kern="1200"/>
        </a:p>
      </dsp:txBody>
      <dsp:txXfrm>
        <a:off x="26930" y="1935374"/>
        <a:ext cx="6118339" cy="497795"/>
      </dsp:txXfrm>
    </dsp:sp>
    <dsp:sp modelId="{8460171A-E6B3-49DB-AB54-64CA48185BF8}">
      <dsp:nvSpPr>
        <dsp:cNvPr id="0" name=""/>
        <dsp:cNvSpPr/>
      </dsp:nvSpPr>
      <dsp:spPr>
        <a:xfrm>
          <a:off x="0" y="2460100"/>
          <a:ext cx="6172199" cy="571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967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800" kern="1200"/>
            <a:t>Specify whether IPV4 public is required are not on each EC2 instance</a:t>
          </a:r>
          <a:endParaRPr lang="en-US" sz="1800" kern="1200"/>
        </a:p>
      </dsp:txBody>
      <dsp:txXfrm>
        <a:off x="0" y="2460100"/>
        <a:ext cx="6172199" cy="571320"/>
      </dsp:txXfrm>
    </dsp:sp>
    <dsp:sp modelId="{6A1CC871-24CA-432B-9F0C-FDDDC5482E04}">
      <dsp:nvSpPr>
        <dsp:cNvPr id="0" name=""/>
        <dsp:cNvSpPr/>
      </dsp:nvSpPr>
      <dsp:spPr>
        <a:xfrm>
          <a:off x="0" y="3031420"/>
          <a:ext cx="6172199" cy="551655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Disks/Volume</a:t>
          </a:r>
          <a:endParaRPr lang="en-US" sz="2300" kern="1200"/>
        </a:p>
      </dsp:txBody>
      <dsp:txXfrm>
        <a:off x="26930" y="3058350"/>
        <a:ext cx="6118339" cy="497795"/>
      </dsp:txXfrm>
    </dsp:sp>
    <dsp:sp modelId="{255D719E-473E-40DF-AFA5-C9835EC4E728}">
      <dsp:nvSpPr>
        <dsp:cNvPr id="0" name=""/>
        <dsp:cNvSpPr/>
      </dsp:nvSpPr>
      <dsp:spPr>
        <a:xfrm>
          <a:off x="0" y="3649315"/>
          <a:ext cx="6172199" cy="551655"/>
        </a:xfrm>
        <a:prstGeom prst="roundRect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Security Group</a:t>
          </a:r>
          <a:endParaRPr lang="en-US" sz="2300" kern="1200"/>
        </a:p>
      </dsp:txBody>
      <dsp:txXfrm>
        <a:off x="26930" y="3676245"/>
        <a:ext cx="6118339" cy="497795"/>
      </dsp:txXfrm>
    </dsp:sp>
    <dsp:sp modelId="{2172F67A-2195-4F68-BA50-6F4CBCC402ED}">
      <dsp:nvSpPr>
        <dsp:cNvPr id="0" name=""/>
        <dsp:cNvSpPr/>
      </dsp:nvSpPr>
      <dsp:spPr>
        <a:xfrm>
          <a:off x="0" y="4267210"/>
          <a:ext cx="6172199" cy="551655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KEYS</a:t>
          </a:r>
          <a:endParaRPr lang="en-US" sz="2300" kern="1200"/>
        </a:p>
      </dsp:txBody>
      <dsp:txXfrm>
        <a:off x="26930" y="4294140"/>
        <a:ext cx="6118339" cy="49779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293E34-FB96-4E0F-844D-BB0C737E4AF5}">
      <dsp:nvSpPr>
        <dsp:cNvPr id="0" name=""/>
        <dsp:cNvSpPr/>
      </dsp:nvSpPr>
      <dsp:spPr>
        <a:xfrm>
          <a:off x="0" y="395612"/>
          <a:ext cx="6172199" cy="3439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9031" tIns="437388" rIns="479031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Autoscaling Group Name.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Initial Size of the Group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100" kern="1200"/>
            <a:t>Network /Subnets ( Select the same VPC that was selected for the SG in the Launch Configuration)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100" kern="1200"/>
            <a:t>Under the </a:t>
          </a:r>
          <a:r>
            <a:rPr lang="en-IN" sz="2100" b="1" kern="1200"/>
            <a:t>Advance Config</a:t>
          </a:r>
          <a:endParaRPr lang="en-US" sz="2100" kern="120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100" b="1" kern="1200"/>
            <a:t>Instance Scale IN Protection – This would protect all the scaled EC2 instance from SCALE IN. Means NO SCALE IN will happen.</a:t>
          </a:r>
          <a:endParaRPr lang="en-US" sz="2100" kern="1200"/>
        </a:p>
      </dsp:txBody>
      <dsp:txXfrm>
        <a:off x="0" y="395612"/>
        <a:ext cx="6172199" cy="3439800"/>
      </dsp:txXfrm>
    </dsp:sp>
    <dsp:sp modelId="{440DF5D4-DE43-44CF-A6E4-12AF7FB6BF6C}">
      <dsp:nvSpPr>
        <dsp:cNvPr id="0" name=""/>
        <dsp:cNvSpPr/>
      </dsp:nvSpPr>
      <dsp:spPr>
        <a:xfrm>
          <a:off x="308610" y="85652"/>
          <a:ext cx="4320540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Configure Autoscaling Group Details</a:t>
          </a:r>
          <a:endParaRPr lang="en-US" sz="2100" kern="1200"/>
        </a:p>
      </dsp:txBody>
      <dsp:txXfrm>
        <a:off x="338872" y="115914"/>
        <a:ext cx="4260016" cy="559396"/>
      </dsp:txXfrm>
    </dsp:sp>
    <dsp:sp modelId="{25CF985F-3F9F-485F-BEE8-7452D4488F9E}">
      <dsp:nvSpPr>
        <dsp:cNvPr id="0" name=""/>
        <dsp:cNvSpPr/>
      </dsp:nvSpPr>
      <dsp:spPr>
        <a:xfrm>
          <a:off x="0" y="4258772"/>
          <a:ext cx="6172199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D2BF0B-52F8-467B-B159-120EBE943E49}">
      <dsp:nvSpPr>
        <dsp:cNvPr id="0" name=""/>
        <dsp:cNvSpPr/>
      </dsp:nvSpPr>
      <dsp:spPr>
        <a:xfrm>
          <a:off x="308610" y="3948812"/>
          <a:ext cx="4320540" cy="61992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Scaling Policy</a:t>
          </a:r>
          <a:endParaRPr lang="en-US" sz="2100" kern="1200"/>
        </a:p>
      </dsp:txBody>
      <dsp:txXfrm>
        <a:off x="338872" y="3979074"/>
        <a:ext cx="4260016" cy="55939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867AC0-2D52-443F-AC54-BB05EE28B79C}">
      <dsp:nvSpPr>
        <dsp:cNvPr id="0" name=""/>
        <dsp:cNvSpPr/>
      </dsp:nvSpPr>
      <dsp:spPr>
        <a:xfrm>
          <a:off x="0" y="0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A9CFEC-1041-4FE2-806E-FF6C5D31AED5}">
      <dsp:nvSpPr>
        <dsp:cNvPr id="0" name=""/>
        <dsp:cNvSpPr/>
      </dsp:nvSpPr>
      <dsp:spPr>
        <a:xfrm>
          <a:off x="0" y="0"/>
          <a:ext cx="6172199" cy="2436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If you delete all the VM’s in the Autoscaling, </a:t>
          </a:r>
          <a:r>
            <a:rPr lang="en-IN" sz="2800" kern="1200" dirty="0" err="1"/>
            <a:t>Autoscale</a:t>
          </a:r>
          <a:r>
            <a:rPr lang="en-IN" sz="2800" kern="1200" dirty="0"/>
            <a:t> would create the min VM’s as per the configuration again.</a:t>
          </a:r>
          <a:endParaRPr lang="en-US" sz="2800" kern="1200" dirty="0"/>
        </a:p>
      </dsp:txBody>
      <dsp:txXfrm>
        <a:off x="0" y="0"/>
        <a:ext cx="6172199" cy="2436812"/>
      </dsp:txXfrm>
    </dsp:sp>
    <dsp:sp modelId="{453958B6-393B-4592-B35B-922493083AC2}">
      <dsp:nvSpPr>
        <dsp:cNvPr id="0" name=""/>
        <dsp:cNvSpPr/>
      </dsp:nvSpPr>
      <dsp:spPr>
        <a:xfrm>
          <a:off x="0" y="2436812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D68ED1-51BF-4DF0-9056-93A4162A4FDC}">
      <dsp:nvSpPr>
        <dsp:cNvPr id="0" name=""/>
        <dsp:cNvSpPr/>
      </dsp:nvSpPr>
      <dsp:spPr>
        <a:xfrm>
          <a:off x="0" y="2436812"/>
          <a:ext cx="6172199" cy="2436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If you want to delete all the VM’s in the Autoscale, then DELETE the AUTOSCALE GROUP</a:t>
          </a:r>
          <a:endParaRPr lang="en-US" sz="2800" kern="1200"/>
        </a:p>
      </dsp:txBody>
      <dsp:txXfrm>
        <a:off x="0" y="2436812"/>
        <a:ext cx="6172199" cy="243681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F7F7AB-3492-4B42-BEA3-A093E210A172}">
      <dsp:nvSpPr>
        <dsp:cNvPr id="0" name=""/>
        <dsp:cNvSpPr/>
      </dsp:nvSpPr>
      <dsp:spPr>
        <a:xfrm>
          <a:off x="0" y="2379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5CE487-3AD3-48DB-8274-3802DEA6ED5C}">
      <dsp:nvSpPr>
        <dsp:cNvPr id="0" name=""/>
        <dsp:cNvSpPr/>
      </dsp:nvSpPr>
      <dsp:spPr>
        <a:xfrm>
          <a:off x="0" y="2379"/>
          <a:ext cx="6172199" cy="16229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 dirty="0"/>
            <a:t>Scaling Website’s within the same Availability Zone</a:t>
          </a:r>
          <a:endParaRPr lang="en-US" sz="3500" kern="1200" dirty="0"/>
        </a:p>
      </dsp:txBody>
      <dsp:txXfrm>
        <a:off x="0" y="2379"/>
        <a:ext cx="6172199" cy="1622955"/>
      </dsp:txXfrm>
    </dsp:sp>
    <dsp:sp modelId="{4471A623-3EC2-411A-89B7-730B118DC341}">
      <dsp:nvSpPr>
        <dsp:cNvPr id="0" name=""/>
        <dsp:cNvSpPr/>
      </dsp:nvSpPr>
      <dsp:spPr>
        <a:xfrm>
          <a:off x="0" y="1625334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ABD6F6-7C0C-464F-9F15-7394BC0936B1}">
      <dsp:nvSpPr>
        <dsp:cNvPr id="0" name=""/>
        <dsp:cNvSpPr/>
      </dsp:nvSpPr>
      <dsp:spPr>
        <a:xfrm>
          <a:off x="0" y="1625334"/>
          <a:ext cx="6172199" cy="16229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Automatically scale the Website across Availability Zone.</a:t>
          </a:r>
        </a:p>
      </dsp:txBody>
      <dsp:txXfrm>
        <a:off x="0" y="1625334"/>
        <a:ext cx="6172199" cy="1622955"/>
      </dsp:txXfrm>
    </dsp:sp>
    <dsp:sp modelId="{3A68BA69-AC1E-4900-A0A3-9AAB15CCBE6C}">
      <dsp:nvSpPr>
        <dsp:cNvPr id="0" name=""/>
        <dsp:cNvSpPr/>
      </dsp:nvSpPr>
      <dsp:spPr>
        <a:xfrm>
          <a:off x="0" y="3248290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023724-BAF4-4A31-A15F-882F64F4A157}">
      <dsp:nvSpPr>
        <dsp:cNvPr id="0" name=""/>
        <dsp:cNvSpPr/>
      </dsp:nvSpPr>
      <dsp:spPr>
        <a:xfrm>
          <a:off x="0" y="3248290"/>
          <a:ext cx="6172199" cy="16229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Note: -- Autoscaling CANNOT be across 2 VPC’s or 2 regions.</a:t>
          </a:r>
        </a:p>
      </dsp:txBody>
      <dsp:txXfrm>
        <a:off x="0" y="3248290"/>
        <a:ext cx="6172199" cy="16229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351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415" y="256274"/>
            <a:ext cx="10515600" cy="8495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639567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00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380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46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764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178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161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692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988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99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634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95000">
              <a:schemeClr val="accent6">
                <a:lumMod val="40000"/>
                <a:lumOff val="60000"/>
              </a:schemeClr>
            </a:gs>
            <a:gs pos="59000">
              <a:schemeClr val="accent6">
                <a:lumMod val="60000"/>
                <a:lumOff val="40000"/>
              </a:schemeClr>
            </a:gs>
            <a:gs pos="0">
              <a:schemeClr val="accent6">
                <a:lumMod val="75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D63C0554-995B-6D86-8D27-F68EAD591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8130" y="-68240"/>
            <a:ext cx="1965758" cy="9144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 descr="A logo with a cloud and a purple and yellow line&#10;&#10;Description automatically generated with medium confidence">
            <a:extLst>
              <a:ext uri="{FF2B5EF4-FFF2-40B4-BE49-F238E27FC236}">
                <a16:creationId xmlns:a16="http://schemas.microsoft.com/office/drawing/2014/main" id="{0327C652-8BED-0DDE-D77A-7D7E02A8C5DD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7" y="5932386"/>
            <a:ext cx="1388162" cy="9282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C661309-D761-75CF-E0E7-CC2295ECED87}"/>
              </a:ext>
            </a:extLst>
          </p:cNvPr>
          <p:cNvSpPr txBox="1"/>
          <p:nvPr/>
        </p:nvSpPr>
        <p:spPr>
          <a:xfrm>
            <a:off x="10022335" y="6503063"/>
            <a:ext cx="2152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VISHWACLOUDLAB.IN</a:t>
            </a:r>
            <a:endParaRPr lang="en-IN" sz="1600" dirty="0"/>
          </a:p>
        </p:txBody>
      </p:sp>
      <p:pic>
        <p:nvPicPr>
          <p:cNvPr id="3" name="Picture 13">
            <a:extLst>
              <a:ext uri="{FF2B5EF4-FFF2-40B4-BE49-F238E27FC236}">
                <a16:creationId xmlns:a16="http://schemas.microsoft.com/office/drawing/2014/main" id="{20031257-B333-1067-9F1B-AD2671537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9207" y="-80864"/>
            <a:ext cx="1965758" cy="9144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3">
            <a:extLst>
              <a:ext uri="{FF2B5EF4-FFF2-40B4-BE49-F238E27FC236}">
                <a16:creationId xmlns:a16="http://schemas.microsoft.com/office/drawing/2014/main" id="{7CC90B26-4C11-0686-ABE1-DF6C0DAAD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3634" y="-119371"/>
            <a:ext cx="1965758" cy="9144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6643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4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746248"/>
          </a:xfrm>
        </p:spPr>
        <p:txBody>
          <a:bodyPr>
            <a:normAutofit/>
          </a:bodyPr>
          <a:lstStyle/>
          <a:p>
            <a:r>
              <a:rPr lang="en-US" sz="5400" dirty="0"/>
              <a:t>AWS – ELB (Elastic Load Balancer) &amp; </a:t>
            </a:r>
            <a:r>
              <a:rPr lang="en-US" sz="5400" dirty="0" err="1"/>
              <a:t>AutoScaling</a:t>
            </a:r>
            <a:r>
              <a:rPr lang="en-US" sz="5400" dirty="0"/>
              <a:t> (AS)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3683000"/>
            <a:ext cx="10058400" cy="1915621"/>
          </a:xfrm>
        </p:spPr>
        <p:txBody>
          <a:bodyPr/>
          <a:lstStyle/>
          <a:p>
            <a:r>
              <a:rPr lang="en-US" b="1">
                <a:solidFill>
                  <a:srgbClr val="0070C0"/>
                </a:solidFill>
                <a:latin typeface="Arial Rounded MT Bold" panose="020F0704030504030204" pitchFamily="34" charset="0"/>
              </a:rPr>
              <a:t>Vishwanath </a:t>
            </a:r>
            <a:r>
              <a:rPr lang="en-US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m s</a:t>
            </a:r>
          </a:p>
          <a:p>
            <a:r>
              <a:rPr lang="en-US" b="1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VISHWACLOUDLAB.COm</a:t>
            </a:r>
            <a:endParaRPr lang="en-US" b="1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6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74624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3">
                    <a:lumMod val="50000"/>
                  </a:schemeClr>
                </a:solidFill>
              </a:rPr>
              <a:t>AWS – ELB (Elastic Load Balancer)</a:t>
            </a:r>
          </a:p>
        </p:txBody>
      </p:sp>
    </p:spTree>
    <p:extLst>
      <p:ext uri="{BB962C8B-B14F-4D97-AF65-F5344CB8AC3E}">
        <p14:creationId xmlns:p14="http://schemas.microsoft.com/office/powerpoint/2010/main" val="1838310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TCP/IP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227438" y="2158314"/>
            <a:ext cx="2100648" cy="10462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Application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Port No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1 to 65536</a:t>
            </a:r>
          </a:p>
        </p:txBody>
      </p:sp>
      <p:sp>
        <p:nvSpPr>
          <p:cNvPr id="5" name="Rectangle 4"/>
          <p:cNvSpPr/>
          <p:nvPr/>
        </p:nvSpPr>
        <p:spPr>
          <a:xfrm>
            <a:off x="1227438" y="3204520"/>
            <a:ext cx="2100648" cy="5634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Transport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TCP/UDP</a:t>
            </a:r>
          </a:p>
        </p:txBody>
      </p:sp>
      <p:sp>
        <p:nvSpPr>
          <p:cNvPr id="6" name="Rectangle 5"/>
          <p:cNvSpPr/>
          <p:nvPr/>
        </p:nvSpPr>
        <p:spPr>
          <a:xfrm>
            <a:off x="1227438" y="3768007"/>
            <a:ext cx="2100648" cy="6013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Network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IP address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7438" y="4369369"/>
            <a:ext cx="2100648" cy="6013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Datalink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MAC Address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3848" y="1675783"/>
            <a:ext cx="1427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TCP/IP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5221" y="2045115"/>
            <a:ext cx="76530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 Balancer works on the Application layer and does per PORT load Balancing</a:t>
            </a:r>
          </a:p>
          <a:p>
            <a:endParaRPr lang="en-US" dirty="0"/>
          </a:p>
          <a:p>
            <a:r>
              <a:rPr lang="en-US" dirty="0"/>
              <a:t>Load Balancer provides HIGH AVAILABILITY ON APPLICATION LAYER </a:t>
            </a:r>
          </a:p>
        </p:txBody>
      </p:sp>
    </p:spTree>
    <p:extLst>
      <p:ext uri="{BB962C8B-B14F-4D97-AF65-F5344CB8AC3E}">
        <p14:creationId xmlns:p14="http://schemas.microsoft.com/office/powerpoint/2010/main" val="2320725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Scenario Diagram for Internet Facing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A02E15-3981-47BF-9308-E910FF63BBDC}"/>
              </a:ext>
            </a:extLst>
          </p:cNvPr>
          <p:cNvSpPr/>
          <p:nvPr/>
        </p:nvSpPr>
        <p:spPr>
          <a:xfrm>
            <a:off x="4363512" y="2040467"/>
            <a:ext cx="1732488" cy="27770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Load Balancer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09E755B-F297-4F95-A7C4-AF6C2D2B069A}"/>
              </a:ext>
            </a:extLst>
          </p:cNvPr>
          <p:cNvSpPr/>
          <p:nvPr/>
        </p:nvSpPr>
        <p:spPr>
          <a:xfrm>
            <a:off x="3110446" y="2704941"/>
            <a:ext cx="1253066" cy="4967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C0F4C03-0F28-4F5B-BE7A-FF41CD63E096}"/>
              </a:ext>
            </a:extLst>
          </p:cNvPr>
          <p:cNvSpPr/>
          <p:nvPr/>
        </p:nvSpPr>
        <p:spPr>
          <a:xfrm>
            <a:off x="3110446" y="3686997"/>
            <a:ext cx="1253066" cy="4967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A5E47B-AEF2-4B17-BF04-F902B7157E5D}"/>
              </a:ext>
            </a:extLst>
          </p:cNvPr>
          <p:cNvSpPr txBox="1"/>
          <p:nvPr/>
        </p:nvSpPr>
        <p:spPr>
          <a:xfrm>
            <a:off x="1963867" y="2808111"/>
            <a:ext cx="10400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Internet Traffic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02D6B6-056A-4BF6-B77F-9506AC0BD44A}"/>
              </a:ext>
            </a:extLst>
          </p:cNvPr>
          <p:cNvSpPr txBox="1"/>
          <p:nvPr/>
        </p:nvSpPr>
        <p:spPr>
          <a:xfrm>
            <a:off x="3257531" y="4876213"/>
            <a:ext cx="12530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Public IP &amp;</a:t>
            </a:r>
            <a:br>
              <a:rPr lang="en-IN" dirty="0"/>
            </a:br>
            <a:r>
              <a:rPr lang="en-IN" dirty="0"/>
              <a:t>Public DNS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936818-3259-4D7C-B505-1C07F104F151}"/>
              </a:ext>
            </a:extLst>
          </p:cNvPr>
          <p:cNvSpPr txBox="1"/>
          <p:nvPr/>
        </p:nvSpPr>
        <p:spPr>
          <a:xfrm>
            <a:off x="3553456" y="1601908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External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5CE167-1D40-4FA7-B6A1-6D7F52DFA0C7}"/>
              </a:ext>
            </a:extLst>
          </p:cNvPr>
          <p:cNvSpPr txBox="1"/>
          <p:nvPr/>
        </p:nvSpPr>
        <p:spPr>
          <a:xfrm>
            <a:off x="5743002" y="1671135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Inside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1100DC-6A73-4E15-BDE7-B736DFBC6763}"/>
              </a:ext>
            </a:extLst>
          </p:cNvPr>
          <p:cNvSpPr txBox="1"/>
          <p:nvPr/>
        </p:nvSpPr>
        <p:spPr>
          <a:xfrm>
            <a:off x="5863764" y="4857401"/>
            <a:ext cx="1401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Private IP from Subnet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12FF102-939A-4472-A54E-1D65A980DFBD}"/>
              </a:ext>
            </a:extLst>
          </p:cNvPr>
          <p:cNvSpPr/>
          <p:nvPr/>
        </p:nvSpPr>
        <p:spPr>
          <a:xfrm>
            <a:off x="7484962" y="2040467"/>
            <a:ext cx="1732488" cy="53329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VM01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C2170A9-62E3-441A-A819-5E36E640E433}"/>
              </a:ext>
            </a:extLst>
          </p:cNvPr>
          <p:cNvSpPr/>
          <p:nvPr/>
        </p:nvSpPr>
        <p:spPr>
          <a:xfrm>
            <a:off x="7484962" y="3086089"/>
            <a:ext cx="1732488" cy="53329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VM02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A79A53E-7964-4B38-9C65-9D56029056BA}"/>
              </a:ext>
            </a:extLst>
          </p:cNvPr>
          <p:cNvSpPr/>
          <p:nvPr/>
        </p:nvSpPr>
        <p:spPr>
          <a:xfrm>
            <a:off x="7484962" y="4183708"/>
            <a:ext cx="1732488" cy="53329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VM03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76D7977-AEEA-4390-B674-E25DC1E3CA6B}"/>
              </a:ext>
            </a:extLst>
          </p:cNvPr>
          <p:cNvSpPr/>
          <p:nvPr/>
        </p:nvSpPr>
        <p:spPr>
          <a:xfrm>
            <a:off x="6107575" y="2203372"/>
            <a:ext cx="1359553" cy="14483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F33B7510-2182-4D84-AF9B-1025C29F81A6}"/>
              </a:ext>
            </a:extLst>
          </p:cNvPr>
          <p:cNvSpPr/>
          <p:nvPr/>
        </p:nvSpPr>
        <p:spPr>
          <a:xfrm>
            <a:off x="6107575" y="3270471"/>
            <a:ext cx="1359553" cy="14483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AC4E28FD-5AB0-4CCA-BE6D-0295812264AE}"/>
              </a:ext>
            </a:extLst>
          </p:cNvPr>
          <p:cNvSpPr/>
          <p:nvPr/>
        </p:nvSpPr>
        <p:spPr>
          <a:xfrm>
            <a:off x="6107575" y="4356563"/>
            <a:ext cx="1359553" cy="14483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0690C2-E4ED-4B73-8CD9-3924D1C6B27F}"/>
              </a:ext>
            </a:extLst>
          </p:cNvPr>
          <p:cNvSpPr txBox="1"/>
          <p:nvPr/>
        </p:nvSpPr>
        <p:spPr>
          <a:xfrm>
            <a:off x="7265043" y="1561494"/>
            <a:ext cx="2295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Vishwacloudlab.com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AB2D26-531F-4C4A-A339-C928A9C27983}"/>
              </a:ext>
            </a:extLst>
          </p:cNvPr>
          <p:cNvSpPr txBox="1"/>
          <p:nvPr/>
        </p:nvSpPr>
        <p:spPr>
          <a:xfrm>
            <a:off x="1934458" y="3606800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Port - 90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4C1B97-D4B5-4549-AD3D-538AE2085511}"/>
              </a:ext>
            </a:extLst>
          </p:cNvPr>
          <p:cNvSpPr txBox="1"/>
          <p:nvPr/>
        </p:nvSpPr>
        <p:spPr>
          <a:xfrm>
            <a:off x="6947082" y="3572703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Port - 80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924BC3-E223-4CD2-8C5B-C62A119602F5}"/>
              </a:ext>
            </a:extLst>
          </p:cNvPr>
          <p:cNvSpPr txBox="1"/>
          <p:nvPr/>
        </p:nvSpPr>
        <p:spPr>
          <a:xfrm>
            <a:off x="6935507" y="2536285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Port - 80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D87119-6783-4626-950F-40F75967EBA5}"/>
              </a:ext>
            </a:extLst>
          </p:cNvPr>
          <p:cNvSpPr txBox="1"/>
          <p:nvPr/>
        </p:nvSpPr>
        <p:spPr>
          <a:xfrm>
            <a:off x="6928991" y="4707595"/>
            <a:ext cx="1040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Port - 80</a:t>
            </a:r>
          </a:p>
        </p:txBody>
      </p:sp>
    </p:spTree>
    <p:extLst>
      <p:ext uri="{BB962C8B-B14F-4D97-AF65-F5344CB8AC3E}">
        <p14:creationId xmlns:p14="http://schemas.microsoft.com/office/powerpoint/2010/main" val="82179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Concepts of ELB (</a:t>
            </a:r>
            <a:r>
              <a:rPr lang="en-US" b="1" kern="1200" dirty="0" err="1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ElasticLoadBalancer</a:t>
            </a:r>
            <a:r>
              <a:rPr lang="en-US" b="1" kern="1200" dirty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B5750D88-A77A-8409-53B5-10FBF9189A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654078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5450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080" y="286603"/>
            <a:ext cx="10058400" cy="919897"/>
          </a:xfrm>
        </p:spPr>
        <p:txBody>
          <a:bodyPr/>
          <a:lstStyle/>
          <a:p>
            <a:r>
              <a:rPr lang="en-US" b="1" dirty="0"/>
              <a:t>Concepts of ELB (</a:t>
            </a:r>
            <a:r>
              <a:rPr lang="en-US" b="1" dirty="0" err="1"/>
              <a:t>ElasticLoadBalancer</a:t>
            </a:r>
            <a:r>
              <a:rPr lang="en-US" b="1" dirty="0"/>
              <a:t>)</a:t>
            </a:r>
          </a:p>
        </p:txBody>
      </p:sp>
      <p:pic>
        <p:nvPicPr>
          <p:cNvPr id="4" name="Picture 2" descr="Image result for aws ELB imag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587" y="1986385"/>
            <a:ext cx="3248478" cy="3057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67080" y="1206499"/>
            <a:ext cx="107709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LoadBalancer</a:t>
            </a:r>
            <a:r>
              <a:rPr lang="en-US" sz="2400" dirty="0"/>
              <a:t> is used to share the Load, so that we DON’T have a single point of failure for the service.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AWS </a:t>
            </a:r>
            <a:r>
              <a:rPr lang="en-US" sz="2400" dirty="0" err="1"/>
              <a:t>LoadBalancer</a:t>
            </a:r>
            <a:r>
              <a:rPr lang="en-US" sz="2400" dirty="0"/>
              <a:t> has 2 Parts in it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Create Load Balancers – To configure the Front End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Create Target Groups   -- To configure the Back 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dirty="0" err="1"/>
              <a:t>LoadBalancer</a:t>
            </a:r>
            <a:r>
              <a:rPr lang="en-US" sz="2400" dirty="0"/>
              <a:t> can also work on IPV6 public IP but only </a:t>
            </a:r>
          </a:p>
          <a:p>
            <a:r>
              <a:rPr lang="en-US" sz="2400" dirty="0"/>
              <a:t>In “Application LB”.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dirty="0" err="1"/>
              <a:t>LoadBalancer</a:t>
            </a:r>
            <a:r>
              <a:rPr lang="en-US" sz="2400" dirty="0"/>
              <a:t> is a request Forwarder and does not </a:t>
            </a:r>
          </a:p>
          <a:p>
            <a:r>
              <a:rPr lang="en-US" sz="2400" dirty="0"/>
              <a:t>Acknowledge to the request itself to the end users.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dirty="0" err="1"/>
              <a:t>LoadBalancer</a:t>
            </a:r>
            <a:r>
              <a:rPr lang="en-US" sz="2400" dirty="0"/>
              <a:t> works WITHIN the VPC.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78022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09098-694E-4A49-9893-877D7DC15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58" y="286603"/>
            <a:ext cx="10058400" cy="67468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Diff B/w  ALB vs ELB vs CLB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A3604B0-E3FF-43DA-A93E-2D005AEA47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6151190"/>
              </p:ext>
            </p:extLst>
          </p:nvPr>
        </p:nvGraphicFramePr>
        <p:xfrm>
          <a:off x="792994" y="961293"/>
          <a:ext cx="10606012" cy="5040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0478">
                  <a:extLst>
                    <a:ext uri="{9D8B030D-6E8A-4147-A177-3AD203B41FA5}">
                      <a16:colId xmlns:a16="http://schemas.microsoft.com/office/drawing/2014/main" val="3444878520"/>
                    </a:ext>
                  </a:extLst>
                </a:gridCol>
                <a:gridCol w="2440925">
                  <a:extLst>
                    <a:ext uri="{9D8B030D-6E8A-4147-A177-3AD203B41FA5}">
                      <a16:colId xmlns:a16="http://schemas.microsoft.com/office/drawing/2014/main" val="542893331"/>
                    </a:ext>
                  </a:extLst>
                </a:gridCol>
                <a:gridCol w="2089259">
                  <a:extLst>
                    <a:ext uri="{9D8B030D-6E8A-4147-A177-3AD203B41FA5}">
                      <a16:colId xmlns:a16="http://schemas.microsoft.com/office/drawing/2014/main" val="2340241780"/>
                    </a:ext>
                  </a:extLst>
                </a:gridCol>
                <a:gridCol w="2765350">
                  <a:extLst>
                    <a:ext uri="{9D8B030D-6E8A-4147-A177-3AD203B41FA5}">
                      <a16:colId xmlns:a16="http://schemas.microsoft.com/office/drawing/2014/main" val="887524364"/>
                    </a:ext>
                  </a:extLst>
                </a:gridCol>
              </a:tblGrid>
              <a:tr h="683912">
                <a:tc>
                  <a:txBody>
                    <a:bodyPr/>
                    <a:lstStyle/>
                    <a:p>
                      <a:r>
                        <a:rPr lang="en-IN" sz="2000" dirty="0"/>
                        <a:t>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Application Load Balancer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Network Load Balancer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Classic Load Balancer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123648"/>
                  </a:ext>
                </a:extLst>
              </a:tr>
              <a:tr h="491230">
                <a:tc>
                  <a:txBody>
                    <a:bodyPr/>
                    <a:lstStyle/>
                    <a:p>
                      <a:r>
                        <a:rPr lang="en-IN" sz="2000" dirty="0" err="1"/>
                        <a:t>Cloudwatch</a:t>
                      </a:r>
                      <a:r>
                        <a:rPr lang="en-IN" sz="2000" dirty="0"/>
                        <a:t>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277165"/>
                  </a:ext>
                </a:extLst>
              </a:tr>
              <a:tr h="683912">
                <a:tc>
                  <a:txBody>
                    <a:bodyPr/>
                    <a:lstStyle/>
                    <a:p>
                      <a:r>
                        <a:rPr lang="en-IN" sz="2000" dirty="0"/>
                        <a:t>Load Balancing to multiple port on the same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13817"/>
                  </a:ext>
                </a:extLst>
              </a:tr>
              <a:tr h="683912">
                <a:tc>
                  <a:txBody>
                    <a:bodyPr/>
                    <a:lstStyle/>
                    <a:p>
                      <a:r>
                        <a:rPr lang="en-IN" sz="2000" dirty="0"/>
                        <a:t>Protocols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HTTP, HTTPS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TCP, TLS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TCP, SSL/TLS, HTTP, HTTPS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934368"/>
                  </a:ext>
                </a:extLst>
              </a:tr>
              <a:tr h="482968">
                <a:tc>
                  <a:txBody>
                    <a:bodyPr/>
                    <a:lstStyle/>
                    <a:p>
                      <a:r>
                        <a:rPr lang="en-IN" sz="2000" dirty="0"/>
                        <a:t>IP addresses as Targets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599314"/>
                  </a:ext>
                </a:extLst>
              </a:tr>
              <a:tr h="445131">
                <a:tc>
                  <a:txBody>
                    <a:bodyPr/>
                    <a:lstStyle/>
                    <a:p>
                      <a:r>
                        <a:rPr lang="en-IN" sz="2000" dirty="0"/>
                        <a:t>Path-based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NO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958931"/>
                  </a:ext>
                </a:extLst>
              </a:tr>
              <a:tr h="411746">
                <a:tc>
                  <a:txBody>
                    <a:bodyPr/>
                    <a:lstStyle/>
                    <a:p>
                      <a:r>
                        <a:rPr lang="en-IN" sz="2000" dirty="0"/>
                        <a:t>Sticky-Session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572153"/>
                  </a:ext>
                </a:extLst>
              </a:tr>
              <a:tr h="456260">
                <a:tc>
                  <a:txBody>
                    <a:bodyPr/>
                    <a:lstStyle/>
                    <a:p>
                      <a:r>
                        <a:rPr lang="en-IN" sz="2000" dirty="0"/>
                        <a:t>Back-end server Encryption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123176"/>
                  </a:ext>
                </a:extLst>
              </a:tr>
              <a:tr h="650061">
                <a:tc>
                  <a:txBody>
                    <a:bodyPr/>
                    <a:lstStyle/>
                    <a:p>
                      <a:r>
                        <a:rPr lang="en-IN" sz="2000" dirty="0"/>
                        <a:t>Static IP &amp; Elastic IP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409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3250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2197" y="1801503"/>
            <a:ext cx="2674961" cy="1746913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dirty="0"/>
              <a:t>Application Load Balancer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525C4E-427B-8676-EC60-FF4E19148D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8334248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7691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Create Load Balancer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EE4636B4-4D36-1E57-F707-0CE24179AC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590991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9030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b="1" kern="1200"/>
              <a:t>Step1: Load Balancer Configuration</a:t>
            </a:r>
            <a:br>
              <a:rPr lang="en-US" b="1" kern="1200"/>
            </a:br>
            <a:r>
              <a:rPr lang="en-US" kern="1200" err="1"/>
              <a:t>Configuration</a:t>
            </a:r>
            <a:r>
              <a:rPr lang="en-US" kern="1200"/>
              <a:t> has 2 sub parts</a:t>
            </a:r>
            <a:endParaRPr lang="en-US" b="1" kern="1200"/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9D54E5F8-89F2-99E5-352D-D6B8536ECF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732020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0080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b="1" dirty="0"/>
              <a:t>Step2: Security Group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DC114B-32E9-32B8-C3C6-05545B4DD73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70753059"/>
              </p:ext>
            </p:extLst>
          </p:nvPr>
        </p:nvGraphicFramePr>
        <p:xfrm>
          <a:off x="838200" y="1825625"/>
          <a:ext cx="657253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 descr="A pink lock and cloud&#10;&#10;Description automatically generated">
            <a:extLst>
              <a:ext uri="{FF2B5EF4-FFF2-40B4-BE49-F238E27FC236}">
                <a16:creationId xmlns:a16="http://schemas.microsoft.com/office/drawing/2014/main" id="{89D56589-DA4E-19BD-CCD7-E295F5EB6C41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2998" y="2000536"/>
            <a:ext cx="3293658" cy="329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888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Step3: Configure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9018" y="1253331"/>
            <a:ext cx="10515600" cy="4351338"/>
          </a:xfrm>
        </p:spPr>
        <p:txBody>
          <a:bodyPr/>
          <a:lstStyle/>
          <a:p>
            <a:pPr marL="507492" indent="-342900">
              <a:buFont typeface="Arial" panose="020B0604020202020204" pitchFamily="34" charset="0"/>
              <a:buChar char="•"/>
            </a:pPr>
            <a:r>
              <a:rPr lang="en-US" sz="2600" dirty="0"/>
              <a:t>This is configured to monitor the Backend port of the Load balancer, that is the webserver port running on the EC2 instance.</a:t>
            </a:r>
          </a:p>
          <a:p>
            <a:pPr marL="507492" indent="-342900">
              <a:buFont typeface="Arial" panose="020B0604020202020204" pitchFamily="34" charset="0"/>
              <a:buChar char="•"/>
            </a:pPr>
            <a:r>
              <a:rPr lang="en-US" sz="2600" dirty="0"/>
              <a:t>Health Check configured to monitor even the path of the webserver file.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45795-F21F-4B76-AB3E-582F85F27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2958247"/>
            <a:ext cx="7886700" cy="32480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37459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Step4: Register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426" y="1105800"/>
            <a:ext cx="10639567" cy="4351338"/>
          </a:xfrm>
        </p:spPr>
        <p:txBody>
          <a:bodyPr/>
          <a:lstStyle/>
          <a:p>
            <a:pPr marL="507492" indent="-342900">
              <a:buFont typeface="Arial" panose="020B0604020202020204" pitchFamily="34" charset="0"/>
              <a:buChar char="•"/>
            </a:pPr>
            <a:r>
              <a:rPr lang="en-US" sz="2600" dirty="0"/>
              <a:t>We can register the EC2 instance at any point of time.</a:t>
            </a:r>
          </a:p>
          <a:p>
            <a:pPr marL="507492" indent="-342900">
              <a:buFont typeface="Arial" panose="020B0604020202020204" pitchFamily="34" charset="0"/>
              <a:buChar char="•"/>
            </a:pPr>
            <a:r>
              <a:rPr lang="en-US" sz="2600" dirty="0"/>
              <a:t>We can also register the same EC2 instance, multiple times on different ports.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0767FB-5DEA-4185-8199-B5632D436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733" y="2250128"/>
            <a:ext cx="8855296" cy="39186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79410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After the Creation of LB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D6E6B17-18AD-A264-BF9D-D026B89AE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9841085"/>
              </p:ext>
            </p:extLst>
          </p:nvPr>
        </p:nvGraphicFramePr>
        <p:xfrm>
          <a:off x="838200" y="1416192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1539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41D04-B085-4CC4-A474-D05054B63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Network Load Balancer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1F51369-1F00-4396-AC2A-98ED76BFA7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6750" y="1327268"/>
            <a:ext cx="7139969" cy="42034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59721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746248"/>
          </a:xfrm>
        </p:spPr>
        <p:txBody>
          <a:bodyPr>
            <a:normAutofit/>
          </a:bodyPr>
          <a:lstStyle/>
          <a:p>
            <a:r>
              <a:rPr lang="en-US" sz="5400" b="1" dirty="0"/>
              <a:t>AWS – </a:t>
            </a:r>
            <a:r>
              <a:rPr lang="en-US" sz="5400" b="1" dirty="0" err="1"/>
              <a:t>AutoScaling</a:t>
            </a:r>
            <a:r>
              <a:rPr lang="en-US" sz="5400" b="1" dirty="0"/>
              <a:t> (AS)</a:t>
            </a:r>
          </a:p>
        </p:txBody>
      </p:sp>
    </p:spTree>
    <p:extLst>
      <p:ext uri="{BB962C8B-B14F-4D97-AF65-F5344CB8AC3E}">
        <p14:creationId xmlns:p14="http://schemas.microsoft.com/office/powerpoint/2010/main" val="3577292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AutoScaling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5B6C33CE-1A06-2C08-6E5D-D7FBDEDCF6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284822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5539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6A47183-982D-4F80-A210-9FC9B9D0C9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86A47183-982D-4F80-A210-9FC9B9D0C9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1A5309B-CACB-4B83-A5A6-1E8E1D99B0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graphicEl>
                                              <a:dgm id="{11A5309B-CACB-4B83-A5A6-1E8E1D99B0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0106BC1-D2C2-48B2-8D4F-D40AD86FDD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graphicEl>
                                              <a:dgm id="{A0106BC1-D2C2-48B2-8D4F-D40AD86FDD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05CD52F-544F-4CD2-BE85-773D480BE8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graphicEl>
                                              <a:dgm id="{705CD52F-544F-4CD2-BE85-773D480BE8F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82B6686-04A7-489A-8A79-8B56740530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graphicEl>
                                              <a:dgm id="{182B6686-04A7-489A-8A79-8B56740530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A9D8634-02D7-4DCB-96A8-B916D9D42B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graphicEl>
                                              <a:dgm id="{6A9D8634-02D7-4DCB-96A8-B916D9D42B0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lvl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BE7CC-6B33-40B5-82CC-47F2067E1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189" y="406399"/>
            <a:ext cx="10515600" cy="84952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Conditions available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B296D37B-8DBB-EEAB-8282-21FEA4EE00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5168460"/>
              </p:ext>
            </p:extLst>
          </p:nvPr>
        </p:nvGraphicFramePr>
        <p:xfrm>
          <a:off x="1193042" y="1429840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1007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5F76A03-61CF-43F4-AF25-74F165BA0F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F5F76A03-61CF-43F4-AF25-74F165BA0F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8A68BE5-997E-4325-949F-F3A85BDE87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graphicEl>
                                              <a:dgm id="{78A68BE5-997E-4325-949F-F3A85BDE87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80233A6-381E-4DAA-B996-ECD6ADD26C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graphicEl>
                                              <a:dgm id="{480233A6-381E-4DAA-B996-ECD6ADD26CC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8160226-3111-4163-94CF-6642B36416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graphicEl>
                                              <a:dgm id="{F8160226-3111-4163-94CF-6642B36416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B26C7D8-DB48-4ACF-93D8-E72FF217B8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graphicEl>
                                              <a:dgm id="{5B26C7D8-DB48-4ACF-93D8-E72FF217B8E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E744384-2985-4CAA-97EB-BE5C38DC1C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graphicEl>
                                              <a:dgm id="{0E744384-2985-4CAA-97EB-BE5C38DC1CA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48B92A2-4B93-4612-8DDC-5059DF8A36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graphicEl>
                                              <a:dgm id="{B48B92A2-4B93-4612-8DDC-5059DF8A36F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B29FA31-0EE2-403F-B5B9-DA2BFF0A44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graphicEl>
                                              <a:dgm id="{EB29FA31-0EE2-403F-B5B9-DA2BFF0A44A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FFC9787-837A-41B5-B21A-869A912081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graphicEl>
                                              <a:dgm id="{0FFC9787-837A-41B5-B21A-869A912081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B90975C-E92C-42AE-AB6C-289EC231EB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graphicEl>
                                              <a:dgm id="{3B90975C-E92C-42AE-AB6C-289EC231EB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CD5124B-9F86-4D57-8846-82293539CA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graphicEl>
                                              <a:dgm id="{ECD5124B-9F86-4D57-8846-82293539CA1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BCA6501-7451-453A-9CCF-5C1C778E9B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graphicEl>
                                              <a:dgm id="{6BCA6501-7451-453A-9CCF-5C1C778E9B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F5C1-765C-4C8B-A6D8-00E7C067F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Scale Out Flow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8E2E9FF-CA10-4965-883D-29E208B89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958" y="1316588"/>
            <a:ext cx="6076332" cy="13506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 the Avg CPU utilization is Above 40% add one instance</a:t>
            </a:r>
            <a:endParaRPr lang="en-US" sz="2400" dirty="0"/>
          </a:p>
          <a:p>
            <a:pPr marL="635508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0E4547E-F175-4F35-A1E1-75BD9E3C4682}"/>
              </a:ext>
            </a:extLst>
          </p:cNvPr>
          <p:cNvSpPr/>
          <p:nvPr/>
        </p:nvSpPr>
        <p:spPr>
          <a:xfrm>
            <a:off x="2536092" y="1316589"/>
            <a:ext cx="6908800" cy="5418667"/>
          </a:xfrm>
          <a:prstGeom prst="rightArrow">
            <a:avLst/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9EE9A85-8BA0-422F-BF82-C717ECED9473}"/>
              </a:ext>
            </a:extLst>
          </p:cNvPr>
          <p:cNvSpPr/>
          <p:nvPr/>
        </p:nvSpPr>
        <p:spPr>
          <a:xfrm>
            <a:off x="1927361" y="2942189"/>
            <a:ext cx="2469306" cy="2167466"/>
          </a:xfrm>
          <a:custGeom>
            <a:avLst/>
            <a:gdLst>
              <a:gd name="connsiteX0" fmla="*/ 0 w 2469306"/>
              <a:gd name="connsiteY0" fmla="*/ 361252 h 2167466"/>
              <a:gd name="connsiteX1" fmla="*/ 361252 w 2469306"/>
              <a:gd name="connsiteY1" fmla="*/ 0 h 2167466"/>
              <a:gd name="connsiteX2" fmla="*/ 2108054 w 2469306"/>
              <a:gd name="connsiteY2" fmla="*/ 0 h 2167466"/>
              <a:gd name="connsiteX3" fmla="*/ 2469306 w 2469306"/>
              <a:gd name="connsiteY3" fmla="*/ 361252 h 2167466"/>
              <a:gd name="connsiteX4" fmla="*/ 2469306 w 2469306"/>
              <a:gd name="connsiteY4" fmla="*/ 1806214 h 2167466"/>
              <a:gd name="connsiteX5" fmla="*/ 2108054 w 2469306"/>
              <a:gd name="connsiteY5" fmla="*/ 2167466 h 2167466"/>
              <a:gd name="connsiteX6" fmla="*/ 361252 w 2469306"/>
              <a:gd name="connsiteY6" fmla="*/ 2167466 h 2167466"/>
              <a:gd name="connsiteX7" fmla="*/ 0 w 2469306"/>
              <a:gd name="connsiteY7" fmla="*/ 1806214 h 2167466"/>
              <a:gd name="connsiteX8" fmla="*/ 0 w 2469306"/>
              <a:gd name="connsiteY8" fmla="*/ 361252 h 2167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69306" h="2167466">
                <a:moveTo>
                  <a:pt x="0" y="361252"/>
                </a:moveTo>
                <a:cubicBezTo>
                  <a:pt x="0" y="161738"/>
                  <a:pt x="161738" y="0"/>
                  <a:pt x="361252" y="0"/>
                </a:cubicBezTo>
                <a:lnTo>
                  <a:pt x="2108054" y="0"/>
                </a:lnTo>
                <a:cubicBezTo>
                  <a:pt x="2307568" y="0"/>
                  <a:pt x="2469306" y="161738"/>
                  <a:pt x="2469306" y="361252"/>
                </a:cubicBezTo>
                <a:lnTo>
                  <a:pt x="2469306" y="1806214"/>
                </a:lnTo>
                <a:cubicBezTo>
                  <a:pt x="2469306" y="2005728"/>
                  <a:pt x="2307568" y="2167466"/>
                  <a:pt x="2108054" y="2167466"/>
                </a:cubicBezTo>
                <a:lnTo>
                  <a:pt x="361252" y="2167466"/>
                </a:lnTo>
                <a:cubicBezTo>
                  <a:pt x="161738" y="2167466"/>
                  <a:pt x="0" y="2005728"/>
                  <a:pt x="0" y="1806214"/>
                </a:cubicBezTo>
                <a:lnTo>
                  <a:pt x="0" y="36125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6787" tIns="326787" rIns="326787" bIns="326787" numCol="1" spcCol="1270" anchor="ctr" anchorCtr="0">
            <a:noAutofit/>
          </a:bodyPr>
          <a:lstStyle/>
          <a:p>
            <a:pPr marL="0" lvl="0" indent="0" algn="ctr" defTabSz="2578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5800" kern="1200" dirty="0"/>
              <a:t>VM01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84E0300-F478-4FB9-BDB3-85B427B829F2}"/>
              </a:ext>
            </a:extLst>
          </p:cNvPr>
          <p:cNvSpPr/>
          <p:nvPr/>
        </p:nvSpPr>
        <p:spPr>
          <a:xfrm>
            <a:off x="4755839" y="2942189"/>
            <a:ext cx="2469306" cy="2167466"/>
          </a:xfrm>
          <a:custGeom>
            <a:avLst/>
            <a:gdLst>
              <a:gd name="connsiteX0" fmla="*/ 0 w 2469306"/>
              <a:gd name="connsiteY0" fmla="*/ 361252 h 2167466"/>
              <a:gd name="connsiteX1" fmla="*/ 361252 w 2469306"/>
              <a:gd name="connsiteY1" fmla="*/ 0 h 2167466"/>
              <a:gd name="connsiteX2" fmla="*/ 2108054 w 2469306"/>
              <a:gd name="connsiteY2" fmla="*/ 0 h 2167466"/>
              <a:gd name="connsiteX3" fmla="*/ 2469306 w 2469306"/>
              <a:gd name="connsiteY3" fmla="*/ 361252 h 2167466"/>
              <a:gd name="connsiteX4" fmla="*/ 2469306 w 2469306"/>
              <a:gd name="connsiteY4" fmla="*/ 1806214 h 2167466"/>
              <a:gd name="connsiteX5" fmla="*/ 2108054 w 2469306"/>
              <a:gd name="connsiteY5" fmla="*/ 2167466 h 2167466"/>
              <a:gd name="connsiteX6" fmla="*/ 361252 w 2469306"/>
              <a:gd name="connsiteY6" fmla="*/ 2167466 h 2167466"/>
              <a:gd name="connsiteX7" fmla="*/ 0 w 2469306"/>
              <a:gd name="connsiteY7" fmla="*/ 1806214 h 2167466"/>
              <a:gd name="connsiteX8" fmla="*/ 0 w 2469306"/>
              <a:gd name="connsiteY8" fmla="*/ 361252 h 2167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69306" h="2167466">
                <a:moveTo>
                  <a:pt x="0" y="361252"/>
                </a:moveTo>
                <a:cubicBezTo>
                  <a:pt x="0" y="161738"/>
                  <a:pt x="161738" y="0"/>
                  <a:pt x="361252" y="0"/>
                </a:cubicBezTo>
                <a:lnTo>
                  <a:pt x="2108054" y="0"/>
                </a:lnTo>
                <a:cubicBezTo>
                  <a:pt x="2307568" y="0"/>
                  <a:pt x="2469306" y="161738"/>
                  <a:pt x="2469306" y="361252"/>
                </a:cubicBezTo>
                <a:lnTo>
                  <a:pt x="2469306" y="1806214"/>
                </a:lnTo>
                <a:cubicBezTo>
                  <a:pt x="2469306" y="2005728"/>
                  <a:pt x="2307568" y="2167466"/>
                  <a:pt x="2108054" y="2167466"/>
                </a:cubicBezTo>
                <a:lnTo>
                  <a:pt x="361252" y="2167466"/>
                </a:lnTo>
                <a:cubicBezTo>
                  <a:pt x="161738" y="2167466"/>
                  <a:pt x="0" y="2005728"/>
                  <a:pt x="0" y="1806214"/>
                </a:cubicBezTo>
                <a:lnTo>
                  <a:pt x="0" y="36125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6787" tIns="326787" rIns="326787" bIns="326787" numCol="1" spcCol="1270" anchor="ctr" anchorCtr="0">
            <a:noAutofit/>
          </a:bodyPr>
          <a:lstStyle/>
          <a:p>
            <a:pPr marL="0" lvl="0" indent="0" algn="ctr" defTabSz="2578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5800" kern="1200" dirty="0"/>
              <a:t>VM02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1ACA1C4-24AA-450D-B3D4-F67B353C1F1A}"/>
              </a:ext>
            </a:extLst>
          </p:cNvPr>
          <p:cNvSpPr/>
          <p:nvPr/>
        </p:nvSpPr>
        <p:spPr>
          <a:xfrm>
            <a:off x="7584318" y="2942189"/>
            <a:ext cx="2469306" cy="2167466"/>
          </a:xfrm>
          <a:custGeom>
            <a:avLst/>
            <a:gdLst>
              <a:gd name="connsiteX0" fmla="*/ 0 w 2469306"/>
              <a:gd name="connsiteY0" fmla="*/ 361252 h 2167466"/>
              <a:gd name="connsiteX1" fmla="*/ 361252 w 2469306"/>
              <a:gd name="connsiteY1" fmla="*/ 0 h 2167466"/>
              <a:gd name="connsiteX2" fmla="*/ 2108054 w 2469306"/>
              <a:gd name="connsiteY2" fmla="*/ 0 h 2167466"/>
              <a:gd name="connsiteX3" fmla="*/ 2469306 w 2469306"/>
              <a:gd name="connsiteY3" fmla="*/ 361252 h 2167466"/>
              <a:gd name="connsiteX4" fmla="*/ 2469306 w 2469306"/>
              <a:gd name="connsiteY4" fmla="*/ 1806214 h 2167466"/>
              <a:gd name="connsiteX5" fmla="*/ 2108054 w 2469306"/>
              <a:gd name="connsiteY5" fmla="*/ 2167466 h 2167466"/>
              <a:gd name="connsiteX6" fmla="*/ 361252 w 2469306"/>
              <a:gd name="connsiteY6" fmla="*/ 2167466 h 2167466"/>
              <a:gd name="connsiteX7" fmla="*/ 0 w 2469306"/>
              <a:gd name="connsiteY7" fmla="*/ 1806214 h 2167466"/>
              <a:gd name="connsiteX8" fmla="*/ 0 w 2469306"/>
              <a:gd name="connsiteY8" fmla="*/ 361252 h 2167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69306" h="2167466">
                <a:moveTo>
                  <a:pt x="0" y="361252"/>
                </a:moveTo>
                <a:cubicBezTo>
                  <a:pt x="0" y="161738"/>
                  <a:pt x="161738" y="0"/>
                  <a:pt x="361252" y="0"/>
                </a:cubicBezTo>
                <a:lnTo>
                  <a:pt x="2108054" y="0"/>
                </a:lnTo>
                <a:cubicBezTo>
                  <a:pt x="2307568" y="0"/>
                  <a:pt x="2469306" y="161738"/>
                  <a:pt x="2469306" y="361252"/>
                </a:cubicBezTo>
                <a:lnTo>
                  <a:pt x="2469306" y="1806214"/>
                </a:lnTo>
                <a:cubicBezTo>
                  <a:pt x="2469306" y="2005728"/>
                  <a:pt x="2307568" y="2167466"/>
                  <a:pt x="2108054" y="2167466"/>
                </a:cubicBezTo>
                <a:lnTo>
                  <a:pt x="361252" y="2167466"/>
                </a:lnTo>
                <a:cubicBezTo>
                  <a:pt x="161738" y="2167466"/>
                  <a:pt x="0" y="2005728"/>
                  <a:pt x="0" y="1806214"/>
                </a:cubicBezTo>
                <a:lnTo>
                  <a:pt x="0" y="36125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6787" tIns="326787" rIns="326787" bIns="326787" numCol="1" spcCol="1270" anchor="ctr" anchorCtr="0">
            <a:noAutofit/>
          </a:bodyPr>
          <a:lstStyle/>
          <a:p>
            <a:pPr marL="0" lvl="0" indent="0" algn="ctr" defTabSz="2578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5800" kern="1200" dirty="0"/>
              <a:t>VM03</a:t>
            </a:r>
          </a:p>
        </p:txBody>
      </p:sp>
    </p:spTree>
    <p:extLst>
      <p:ext uri="{BB962C8B-B14F-4D97-AF65-F5344CB8AC3E}">
        <p14:creationId xmlns:p14="http://schemas.microsoft.com/office/powerpoint/2010/main" val="2963152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7" grpId="0" animBg="1"/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F5C1-765C-4C8B-A6D8-00E7C067F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Scale IN Flow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8E2E9FF-CA10-4965-883D-29E208B89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958" y="1316588"/>
            <a:ext cx="5403042" cy="13506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If the Avg CPU utilization is Below 20% Delete one instance</a:t>
            </a:r>
            <a:endParaRPr lang="en-US" sz="2800" dirty="0"/>
          </a:p>
          <a:p>
            <a:pPr marL="635508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sz="3200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0E4547E-F175-4F35-A1E1-75BD9E3C4682}"/>
              </a:ext>
            </a:extLst>
          </p:cNvPr>
          <p:cNvSpPr/>
          <p:nvPr/>
        </p:nvSpPr>
        <p:spPr>
          <a:xfrm>
            <a:off x="2536092" y="1316589"/>
            <a:ext cx="6908800" cy="5418667"/>
          </a:xfrm>
          <a:prstGeom prst="rightArrow">
            <a:avLst/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9EE9A85-8BA0-422F-BF82-C717ECED9473}"/>
              </a:ext>
            </a:extLst>
          </p:cNvPr>
          <p:cNvSpPr/>
          <p:nvPr/>
        </p:nvSpPr>
        <p:spPr>
          <a:xfrm>
            <a:off x="1927361" y="2942189"/>
            <a:ext cx="2469306" cy="2167466"/>
          </a:xfrm>
          <a:custGeom>
            <a:avLst/>
            <a:gdLst>
              <a:gd name="connsiteX0" fmla="*/ 0 w 2469306"/>
              <a:gd name="connsiteY0" fmla="*/ 361252 h 2167466"/>
              <a:gd name="connsiteX1" fmla="*/ 361252 w 2469306"/>
              <a:gd name="connsiteY1" fmla="*/ 0 h 2167466"/>
              <a:gd name="connsiteX2" fmla="*/ 2108054 w 2469306"/>
              <a:gd name="connsiteY2" fmla="*/ 0 h 2167466"/>
              <a:gd name="connsiteX3" fmla="*/ 2469306 w 2469306"/>
              <a:gd name="connsiteY3" fmla="*/ 361252 h 2167466"/>
              <a:gd name="connsiteX4" fmla="*/ 2469306 w 2469306"/>
              <a:gd name="connsiteY4" fmla="*/ 1806214 h 2167466"/>
              <a:gd name="connsiteX5" fmla="*/ 2108054 w 2469306"/>
              <a:gd name="connsiteY5" fmla="*/ 2167466 h 2167466"/>
              <a:gd name="connsiteX6" fmla="*/ 361252 w 2469306"/>
              <a:gd name="connsiteY6" fmla="*/ 2167466 h 2167466"/>
              <a:gd name="connsiteX7" fmla="*/ 0 w 2469306"/>
              <a:gd name="connsiteY7" fmla="*/ 1806214 h 2167466"/>
              <a:gd name="connsiteX8" fmla="*/ 0 w 2469306"/>
              <a:gd name="connsiteY8" fmla="*/ 361252 h 2167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69306" h="2167466">
                <a:moveTo>
                  <a:pt x="0" y="361252"/>
                </a:moveTo>
                <a:cubicBezTo>
                  <a:pt x="0" y="161738"/>
                  <a:pt x="161738" y="0"/>
                  <a:pt x="361252" y="0"/>
                </a:cubicBezTo>
                <a:lnTo>
                  <a:pt x="2108054" y="0"/>
                </a:lnTo>
                <a:cubicBezTo>
                  <a:pt x="2307568" y="0"/>
                  <a:pt x="2469306" y="161738"/>
                  <a:pt x="2469306" y="361252"/>
                </a:cubicBezTo>
                <a:lnTo>
                  <a:pt x="2469306" y="1806214"/>
                </a:lnTo>
                <a:cubicBezTo>
                  <a:pt x="2469306" y="2005728"/>
                  <a:pt x="2307568" y="2167466"/>
                  <a:pt x="2108054" y="2167466"/>
                </a:cubicBezTo>
                <a:lnTo>
                  <a:pt x="361252" y="2167466"/>
                </a:lnTo>
                <a:cubicBezTo>
                  <a:pt x="161738" y="2167466"/>
                  <a:pt x="0" y="2005728"/>
                  <a:pt x="0" y="1806214"/>
                </a:cubicBezTo>
                <a:lnTo>
                  <a:pt x="0" y="36125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6787" tIns="326787" rIns="326787" bIns="326787" numCol="1" spcCol="1270" anchor="ctr" anchorCtr="0">
            <a:noAutofit/>
          </a:bodyPr>
          <a:lstStyle/>
          <a:p>
            <a:pPr marL="0" lvl="0" indent="0" algn="ctr" defTabSz="2578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5800" kern="1200" dirty="0"/>
              <a:t>VM01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84E0300-F478-4FB9-BDB3-85B427B829F2}"/>
              </a:ext>
            </a:extLst>
          </p:cNvPr>
          <p:cNvSpPr/>
          <p:nvPr/>
        </p:nvSpPr>
        <p:spPr>
          <a:xfrm>
            <a:off x="4755839" y="2942189"/>
            <a:ext cx="2469306" cy="2167466"/>
          </a:xfrm>
          <a:custGeom>
            <a:avLst/>
            <a:gdLst>
              <a:gd name="connsiteX0" fmla="*/ 0 w 2469306"/>
              <a:gd name="connsiteY0" fmla="*/ 361252 h 2167466"/>
              <a:gd name="connsiteX1" fmla="*/ 361252 w 2469306"/>
              <a:gd name="connsiteY1" fmla="*/ 0 h 2167466"/>
              <a:gd name="connsiteX2" fmla="*/ 2108054 w 2469306"/>
              <a:gd name="connsiteY2" fmla="*/ 0 h 2167466"/>
              <a:gd name="connsiteX3" fmla="*/ 2469306 w 2469306"/>
              <a:gd name="connsiteY3" fmla="*/ 361252 h 2167466"/>
              <a:gd name="connsiteX4" fmla="*/ 2469306 w 2469306"/>
              <a:gd name="connsiteY4" fmla="*/ 1806214 h 2167466"/>
              <a:gd name="connsiteX5" fmla="*/ 2108054 w 2469306"/>
              <a:gd name="connsiteY5" fmla="*/ 2167466 h 2167466"/>
              <a:gd name="connsiteX6" fmla="*/ 361252 w 2469306"/>
              <a:gd name="connsiteY6" fmla="*/ 2167466 h 2167466"/>
              <a:gd name="connsiteX7" fmla="*/ 0 w 2469306"/>
              <a:gd name="connsiteY7" fmla="*/ 1806214 h 2167466"/>
              <a:gd name="connsiteX8" fmla="*/ 0 w 2469306"/>
              <a:gd name="connsiteY8" fmla="*/ 361252 h 2167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69306" h="2167466">
                <a:moveTo>
                  <a:pt x="0" y="361252"/>
                </a:moveTo>
                <a:cubicBezTo>
                  <a:pt x="0" y="161738"/>
                  <a:pt x="161738" y="0"/>
                  <a:pt x="361252" y="0"/>
                </a:cubicBezTo>
                <a:lnTo>
                  <a:pt x="2108054" y="0"/>
                </a:lnTo>
                <a:cubicBezTo>
                  <a:pt x="2307568" y="0"/>
                  <a:pt x="2469306" y="161738"/>
                  <a:pt x="2469306" y="361252"/>
                </a:cubicBezTo>
                <a:lnTo>
                  <a:pt x="2469306" y="1806214"/>
                </a:lnTo>
                <a:cubicBezTo>
                  <a:pt x="2469306" y="2005728"/>
                  <a:pt x="2307568" y="2167466"/>
                  <a:pt x="2108054" y="2167466"/>
                </a:cubicBezTo>
                <a:lnTo>
                  <a:pt x="361252" y="2167466"/>
                </a:lnTo>
                <a:cubicBezTo>
                  <a:pt x="161738" y="2167466"/>
                  <a:pt x="0" y="2005728"/>
                  <a:pt x="0" y="1806214"/>
                </a:cubicBezTo>
                <a:lnTo>
                  <a:pt x="0" y="36125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6787" tIns="326787" rIns="326787" bIns="326787" numCol="1" spcCol="1270" anchor="ctr" anchorCtr="0">
            <a:noAutofit/>
          </a:bodyPr>
          <a:lstStyle/>
          <a:p>
            <a:pPr marL="0" lvl="0" indent="0" algn="ctr" defTabSz="2578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5800" kern="1200" dirty="0"/>
              <a:t>VM02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1ACA1C4-24AA-450D-B3D4-F67B353C1F1A}"/>
              </a:ext>
            </a:extLst>
          </p:cNvPr>
          <p:cNvSpPr/>
          <p:nvPr/>
        </p:nvSpPr>
        <p:spPr>
          <a:xfrm>
            <a:off x="7584318" y="2942189"/>
            <a:ext cx="2469306" cy="2167466"/>
          </a:xfrm>
          <a:custGeom>
            <a:avLst/>
            <a:gdLst>
              <a:gd name="connsiteX0" fmla="*/ 0 w 2469306"/>
              <a:gd name="connsiteY0" fmla="*/ 361252 h 2167466"/>
              <a:gd name="connsiteX1" fmla="*/ 361252 w 2469306"/>
              <a:gd name="connsiteY1" fmla="*/ 0 h 2167466"/>
              <a:gd name="connsiteX2" fmla="*/ 2108054 w 2469306"/>
              <a:gd name="connsiteY2" fmla="*/ 0 h 2167466"/>
              <a:gd name="connsiteX3" fmla="*/ 2469306 w 2469306"/>
              <a:gd name="connsiteY3" fmla="*/ 361252 h 2167466"/>
              <a:gd name="connsiteX4" fmla="*/ 2469306 w 2469306"/>
              <a:gd name="connsiteY4" fmla="*/ 1806214 h 2167466"/>
              <a:gd name="connsiteX5" fmla="*/ 2108054 w 2469306"/>
              <a:gd name="connsiteY5" fmla="*/ 2167466 h 2167466"/>
              <a:gd name="connsiteX6" fmla="*/ 361252 w 2469306"/>
              <a:gd name="connsiteY6" fmla="*/ 2167466 h 2167466"/>
              <a:gd name="connsiteX7" fmla="*/ 0 w 2469306"/>
              <a:gd name="connsiteY7" fmla="*/ 1806214 h 2167466"/>
              <a:gd name="connsiteX8" fmla="*/ 0 w 2469306"/>
              <a:gd name="connsiteY8" fmla="*/ 361252 h 2167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69306" h="2167466">
                <a:moveTo>
                  <a:pt x="0" y="361252"/>
                </a:moveTo>
                <a:cubicBezTo>
                  <a:pt x="0" y="161738"/>
                  <a:pt x="161738" y="0"/>
                  <a:pt x="361252" y="0"/>
                </a:cubicBezTo>
                <a:lnTo>
                  <a:pt x="2108054" y="0"/>
                </a:lnTo>
                <a:cubicBezTo>
                  <a:pt x="2307568" y="0"/>
                  <a:pt x="2469306" y="161738"/>
                  <a:pt x="2469306" y="361252"/>
                </a:cubicBezTo>
                <a:lnTo>
                  <a:pt x="2469306" y="1806214"/>
                </a:lnTo>
                <a:cubicBezTo>
                  <a:pt x="2469306" y="2005728"/>
                  <a:pt x="2307568" y="2167466"/>
                  <a:pt x="2108054" y="2167466"/>
                </a:cubicBezTo>
                <a:lnTo>
                  <a:pt x="361252" y="2167466"/>
                </a:lnTo>
                <a:cubicBezTo>
                  <a:pt x="161738" y="2167466"/>
                  <a:pt x="0" y="2005728"/>
                  <a:pt x="0" y="1806214"/>
                </a:cubicBezTo>
                <a:lnTo>
                  <a:pt x="0" y="36125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6787" tIns="326787" rIns="326787" bIns="326787" numCol="1" spcCol="1270" anchor="ctr" anchorCtr="0">
            <a:noAutofit/>
          </a:bodyPr>
          <a:lstStyle/>
          <a:p>
            <a:pPr marL="0" lvl="0" indent="0" algn="ctr" defTabSz="2578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5800" kern="1200" dirty="0"/>
              <a:t>VM03</a:t>
            </a:r>
          </a:p>
        </p:txBody>
      </p:sp>
    </p:spTree>
    <p:extLst>
      <p:ext uri="{BB962C8B-B14F-4D97-AF65-F5344CB8AC3E}">
        <p14:creationId xmlns:p14="http://schemas.microsoft.com/office/powerpoint/2010/main" val="241910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33" y="0"/>
            <a:ext cx="5888561" cy="1600200"/>
          </a:xfrm>
        </p:spPr>
        <p:txBody>
          <a:bodyPr anchor="b">
            <a:normAutofit/>
          </a:bodyPr>
          <a:lstStyle/>
          <a:p>
            <a:r>
              <a:rPr lang="en-US" sz="3600" b="1" dirty="0"/>
              <a:t>Autoscaling Creation</a:t>
            </a:r>
            <a:br>
              <a:rPr lang="en-US" sz="3600" b="1" dirty="0"/>
            </a:br>
            <a:r>
              <a:rPr lang="en-US" sz="3600" dirty="0"/>
              <a:t>2 Parts in it</a:t>
            </a:r>
            <a:endParaRPr lang="en-US" sz="3600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47179D-EDC1-22F8-C6BA-1B53C6AD54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186416"/>
              </p:ext>
            </p:extLst>
          </p:nvPr>
        </p:nvGraphicFramePr>
        <p:xfrm>
          <a:off x="2846848" y="1394693"/>
          <a:ext cx="7525449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541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7586" y="1828800"/>
            <a:ext cx="2544856" cy="1600200"/>
          </a:xfrm>
        </p:spPr>
        <p:txBody>
          <a:bodyPr anchor="b">
            <a:normAutofit/>
          </a:bodyPr>
          <a:lstStyle/>
          <a:p>
            <a:pPr algn="r"/>
            <a:r>
              <a:rPr lang="en-IN" b="1" dirty="0"/>
              <a:t>Auto Scaling Launch Configuration</a:t>
            </a:r>
            <a:endParaRPr lang="en-US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9FDDF2-DE1F-DEE7-2D02-3754FD9BC1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730075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N" b="1" dirty="0" err="1"/>
              <a:t>Autoscaling</a:t>
            </a:r>
            <a:r>
              <a:rPr lang="en-IN" b="1" dirty="0"/>
              <a:t> Group</a:t>
            </a:r>
            <a:endParaRPr lang="en-US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25DC64-B750-C80D-D4C3-F6102585B3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4973194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006" y="2060811"/>
            <a:ext cx="2503913" cy="1600200"/>
          </a:xfrm>
        </p:spPr>
        <p:txBody>
          <a:bodyPr anchor="b">
            <a:noAutofit/>
          </a:bodyPr>
          <a:lstStyle/>
          <a:p>
            <a:pPr algn="r">
              <a:lnSpc>
                <a:spcPct val="150000"/>
              </a:lnSpc>
            </a:pPr>
            <a:r>
              <a:rPr lang="en-IN" sz="3600" b="1" dirty="0"/>
              <a:t>Deleting VM’s in </a:t>
            </a:r>
            <a:r>
              <a:rPr lang="en-IN" sz="3600" b="1" dirty="0" err="1"/>
              <a:t>Autoscaling</a:t>
            </a:r>
            <a:endParaRPr lang="en-US" sz="3600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884257-A4CB-BC5C-4B77-5139D052CE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2230526"/>
              </p:ext>
            </p:extLst>
          </p:nvPr>
        </p:nvGraphicFramePr>
        <p:xfrm>
          <a:off x="4882937" y="992187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3867AC0-2D52-443F-AC54-BB05EE28B7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C3867AC0-2D52-443F-AC54-BB05EE28B79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FA9CFEC-1041-4FE2-806E-FF6C5D31AE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7FA9CFEC-1041-4FE2-806E-FF6C5D31AE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53958B6-393B-4592-B35B-922493083A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453958B6-393B-4592-B35B-922493083AC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4D68ED1-51BF-4DF0-9056-93A4162A4F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E4D68ED1-51BF-4DF0-9056-93A4162A4F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lvlOne"/>
        </p:bldSub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663" y="2197290"/>
            <a:ext cx="2961565" cy="1226947"/>
          </a:xfrm>
        </p:spPr>
        <p:txBody>
          <a:bodyPr anchor="b">
            <a:normAutofit/>
          </a:bodyPr>
          <a:lstStyle/>
          <a:p>
            <a:pPr algn="r"/>
            <a:r>
              <a:rPr lang="en-IN" sz="4000" b="1" dirty="0" err="1"/>
              <a:t>Autoscaling</a:t>
            </a:r>
            <a:r>
              <a:rPr lang="en-IN" sz="4000" b="1" dirty="0"/>
              <a:t> Use Case:</a:t>
            </a:r>
            <a:endParaRPr lang="en-US" sz="4000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3F5A6C-6E92-17D9-5249-C882154496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8881516"/>
              </p:ext>
            </p:extLst>
          </p:nvPr>
        </p:nvGraphicFramePr>
        <p:xfrm>
          <a:off x="4923881" y="987424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BF7F7AB-3492-4B42-BEA3-A093E210A1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DBF7F7AB-3492-4B42-BEA3-A093E210A17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95CE487-3AD3-48DB-8274-3802DEA6ED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095CE487-3AD3-48DB-8274-3802DEA6ED5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471A623-3EC2-411A-89B7-730B118DC3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4471A623-3EC2-411A-89B7-730B118DC3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3ABD6F6-7C0C-464F-9F15-7394BC0936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A3ABD6F6-7C0C-464F-9F15-7394BC0936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A68BA69-AC1E-4900-A0A3-9AAB15CCBE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3A68BA69-AC1E-4900-A0A3-9AAB15CCBE6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A023724-BAF4-4A31-A15F-882F64F4A1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graphicEl>
                                              <a:dgm id="{6A023724-BAF4-4A31-A15F-882F64F4A15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lvlOne"/>
        </p:bldSub>
      </p:bldGraphic>
    </p:bldLst>
  </p:timing>
</p:sld>
</file>

<file path=ppt/theme/theme1.xml><?xml version="1.0" encoding="utf-8"?>
<a:theme xmlns:a="http://schemas.openxmlformats.org/drawingml/2006/main" name="VCL_green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CL_green" id="{100DCB1D-2A3D-4363-A119-BF5C73EBD559}" vid="{440B0097-36DF-4DB0-8E36-D132FD5CE63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VCL_green</Template>
  <TotalTime>6928</TotalTime>
  <Words>964</Words>
  <Application>Microsoft Office PowerPoint</Application>
  <PresentationFormat>Widescreen</PresentationFormat>
  <Paragraphs>180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Arial Rounded MT Bold</vt:lpstr>
      <vt:lpstr>Calibri</vt:lpstr>
      <vt:lpstr>Wingdings</vt:lpstr>
      <vt:lpstr>VCL_green</vt:lpstr>
      <vt:lpstr>AWS – ELB (Elastic Load Balancer) &amp; AutoScaling (AS)</vt:lpstr>
      <vt:lpstr>AWS – ELB (Elastic Load Balancer)</vt:lpstr>
      <vt:lpstr>TCP/IP Layer</vt:lpstr>
      <vt:lpstr>Scenario Diagram for Internet Facing</vt:lpstr>
      <vt:lpstr>Concepts of ELB (ElasticLoadBalancer)</vt:lpstr>
      <vt:lpstr>Concepts of ELB (ElasticLoadBalancer)</vt:lpstr>
      <vt:lpstr>Diff B/w  ALB vs ELB vs CLB</vt:lpstr>
      <vt:lpstr>Application Load Balancer</vt:lpstr>
      <vt:lpstr>Create Load Balancer</vt:lpstr>
      <vt:lpstr>Step1: Load Balancer Configuration Configuration has 2 sub parts</vt:lpstr>
      <vt:lpstr>Step2: Security Group</vt:lpstr>
      <vt:lpstr>Step3: Configure Routing</vt:lpstr>
      <vt:lpstr>Step4: Register targets</vt:lpstr>
      <vt:lpstr>After the Creation of LB</vt:lpstr>
      <vt:lpstr>Network Load Balancer</vt:lpstr>
      <vt:lpstr>AWS – AutoScaling (AS)</vt:lpstr>
      <vt:lpstr>AutoScaling</vt:lpstr>
      <vt:lpstr>Conditions available</vt:lpstr>
      <vt:lpstr>Scale Out Flow</vt:lpstr>
      <vt:lpstr>Scale IN Flow</vt:lpstr>
      <vt:lpstr>Autoscaling Creation 2 Parts in it</vt:lpstr>
      <vt:lpstr>Auto Scaling Launch Configuration</vt:lpstr>
      <vt:lpstr>Autoscaling Group</vt:lpstr>
      <vt:lpstr>Deleting VM’s in Autoscaling</vt:lpstr>
      <vt:lpstr>Autoscaling Use Case:</vt:lpstr>
    </vt:vector>
  </TitlesOfParts>
  <Company>EMC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– S3- Glacier</dc:title>
  <dc:creator>S, Vishwanath</dc:creator>
  <cp:lastModifiedBy>Vishwa M S</cp:lastModifiedBy>
  <cp:revision>92</cp:revision>
  <dcterms:created xsi:type="dcterms:W3CDTF">2018-07-27T15:06:26Z</dcterms:created>
  <dcterms:modified xsi:type="dcterms:W3CDTF">2024-10-29T13:19:25Z</dcterms:modified>
</cp:coreProperties>
</file>