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0" r:id="rId6"/>
    <p:sldId id="259" r:id="rId7"/>
    <p:sldId id="262" r:id="rId8"/>
    <p:sldId id="263" r:id="rId9"/>
    <p:sldId id="261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 smtClean="0"/>
              <a:t>Vishwanath M S</a:t>
            </a:r>
          </a:p>
          <a:p>
            <a:r>
              <a:rPr lang="en-US" dirty="0" smtClean="0"/>
              <a:t>Vishwacloudlab.org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8/14/2018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5400" dirty="0" smtClean="0"/>
              <a:t>Azure – ELB (Elastic Load Balancer)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/>
          <a:lstStyle/>
          <a:p>
            <a:r>
              <a:rPr lang="en-US" b="1" dirty="0" err="1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b="1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VISHWACLOUDLAB.ORG</a:t>
            </a:r>
            <a:endParaRPr lang="en-US" b="1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 smtClean="0"/>
              <a:t>Concepts of ELB (</a:t>
            </a:r>
            <a:r>
              <a:rPr lang="en-US" b="1" dirty="0" err="1" smtClean="0"/>
              <a:t>ElasticLoadBalancer</a:t>
            </a:r>
            <a:r>
              <a:rPr lang="en-US" b="1" dirty="0" smtClean="0"/>
              <a:t>)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7080" y="1206499"/>
            <a:ext cx="1077098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LoadBalancer</a:t>
            </a:r>
            <a:r>
              <a:rPr lang="en-US" sz="2400" dirty="0" smtClean="0"/>
              <a:t> is used to share the Load, so that we DON’T have a single point of failure.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AWS </a:t>
            </a:r>
            <a:r>
              <a:rPr lang="en-US" sz="2400" dirty="0" err="1" smtClean="0"/>
              <a:t>LoadBalancer</a:t>
            </a:r>
            <a:r>
              <a:rPr lang="en-US" sz="2400" dirty="0" smtClean="0"/>
              <a:t> has 2 Parts in 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Create Load Balancers – To configure the Front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Create Target Groups   -- To configure the Back End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err="1" smtClean="0"/>
              <a:t>LoadBalancer</a:t>
            </a:r>
            <a:r>
              <a:rPr lang="en-US" sz="2400" dirty="0" smtClean="0"/>
              <a:t> can also work on IPV6 public IP but only </a:t>
            </a:r>
          </a:p>
          <a:p>
            <a:r>
              <a:rPr lang="en-US" sz="2400" dirty="0" smtClean="0"/>
              <a:t>In “Application LB”.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</a:t>
            </a:r>
            <a:r>
              <a:rPr lang="en-US" sz="2400" dirty="0" smtClean="0"/>
              <a:t>is a request Forwarder and does not </a:t>
            </a:r>
          </a:p>
          <a:p>
            <a:r>
              <a:rPr lang="en-US" sz="2400" dirty="0" smtClean="0"/>
              <a:t>Acknowledge to the request itself to the end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 </a:t>
            </a:r>
            <a:r>
              <a:rPr lang="en-US" sz="2400" dirty="0" err="1"/>
              <a:t>LoadBalancer</a:t>
            </a:r>
            <a:r>
              <a:rPr lang="en-US" sz="2400" dirty="0"/>
              <a:t> </a:t>
            </a:r>
            <a:r>
              <a:rPr lang="en-US" sz="2400" dirty="0" smtClean="0"/>
              <a:t>works WITHIN the VPC.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2" descr="Image result for aws ELB imag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9587" y="1986385"/>
            <a:ext cx="3248478" cy="305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Concepts of ELB (</a:t>
            </a:r>
            <a:r>
              <a:rPr lang="en-US" b="1" dirty="0" err="1"/>
              <a:t>ElasticLoadBalancer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7080" y="1206499"/>
            <a:ext cx="107709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Multiple options are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Application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AWS Classic </a:t>
            </a:r>
            <a:r>
              <a:rPr lang="en-US" sz="2400" dirty="0"/>
              <a:t>Load </a:t>
            </a:r>
            <a:r>
              <a:rPr lang="en-US" sz="2400" dirty="0" smtClean="0"/>
              <a:t>Balancer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Application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To perform LB on HTTP and HTTPS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Network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To perform LB on any TCP 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AWS Classic Load Balancer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Previous Generation </a:t>
            </a:r>
            <a:r>
              <a:rPr lang="en-US" sz="2400" dirty="0" smtClean="0">
                <a:sym typeface="Wingdings" panose="05000000000000000000" pitchFamily="2" charset="2"/>
              </a:rPr>
              <a:t> HTTP, HTTPS and TCP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480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/>
              <a:t>Load Balancer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4 Sub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Sub-Step1: Configure Load Balancer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Sub-Step2: Security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Sub-Step3: Configure Routing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Sub-Step4: </a:t>
            </a:r>
            <a:r>
              <a:rPr lang="en-US" sz="2400" dirty="0"/>
              <a:t>R</a:t>
            </a:r>
            <a:r>
              <a:rPr lang="en-US" sz="2400" dirty="0" smtClean="0"/>
              <a:t>egister Target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19030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Step1: Load Balancer Configuration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Configuration has 2 sub parts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Front End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Whether the LB has to “internet Facing” Or “Internal” facing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The Front  End Public IP is created Automatically for “Application LB”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 have a option to assign an Static Public </a:t>
            </a:r>
            <a:r>
              <a:rPr lang="en-US" sz="2400" dirty="0" err="1" smtClean="0"/>
              <a:t>Ip</a:t>
            </a:r>
            <a:r>
              <a:rPr lang="en-US" sz="2400" dirty="0" smtClean="0"/>
              <a:t> (</a:t>
            </a:r>
            <a:r>
              <a:rPr lang="en-US" sz="2400" dirty="0" err="1" smtClean="0"/>
              <a:t>ElasticIP</a:t>
            </a:r>
            <a:r>
              <a:rPr lang="en-US" sz="2400" dirty="0" smtClean="0"/>
              <a:t>) for “Network LB”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Back End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For Application LB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 need to add a VPC that has a min of 2 Subnets in 2 Different Availability Zone.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For Network LB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We can have a min of 1 Subnet in the backend.</a:t>
            </a:r>
          </a:p>
        </p:txBody>
      </p:sp>
    </p:spTree>
    <p:extLst>
      <p:ext uri="{BB962C8B-B14F-4D97-AF65-F5344CB8AC3E}">
        <p14:creationId xmlns:p14="http://schemas.microsoft.com/office/powerpoint/2010/main" val="346008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Step2: Security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 smtClean="0"/>
              <a:t>Since </a:t>
            </a:r>
            <a:r>
              <a:rPr lang="en-US" sz="2600" dirty="0"/>
              <a:t>LB is an individual feature, we need to specify what traffic can come in</a:t>
            </a:r>
            <a:r>
              <a:rPr lang="en-US" sz="2600" dirty="0" smtClean="0"/>
              <a:t>.</a:t>
            </a:r>
          </a:p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 smtClean="0"/>
              <a:t>This option is available only in “Application LB” and NOT in “Network LB”.</a:t>
            </a:r>
            <a:endParaRPr lang="en-US" sz="2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87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the Creation of LB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92958" y="1547721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7492" indent="-342900">
              <a:buFont typeface="Arial" panose="020B0604020202020204" pitchFamily="34" charset="0"/>
              <a:buChar char="•"/>
            </a:pPr>
            <a:r>
              <a:rPr lang="en-US" sz="2600" dirty="0" smtClean="0"/>
              <a:t>There is an Automatic “DNS” name created by AWS, also called as “A Record” for IPV4 or “AAAA Record” for IPv6.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53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AutoScaling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7080" y="1206499"/>
            <a:ext cx="10770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It can Scale Out and Scale 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During Scale In, the VM’s are delete in FIFO Manner (First in First Out)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5539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Autoscaling</a:t>
            </a:r>
            <a:r>
              <a:rPr lang="en-US" dirty="0" smtClean="0"/>
              <a:t>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2 Parts in it</a:t>
            </a:r>
            <a:endParaRPr lang="en-US" dirty="0"/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dirty="0" smtClean="0"/>
              <a:t>Launch Configuration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r>
              <a:rPr lang="en-US" dirty="0" err="1" smtClean="0"/>
              <a:t>Autoscaling</a:t>
            </a:r>
            <a:r>
              <a:rPr lang="en-US" dirty="0" smtClean="0"/>
              <a:t> Group</a:t>
            </a:r>
          </a:p>
          <a:p>
            <a:pPr marL="635508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418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3085</TotalTime>
  <Words>381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Engravers MT</vt:lpstr>
      <vt:lpstr>Wingdings</vt:lpstr>
      <vt:lpstr>Office Theme</vt:lpstr>
      <vt:lpstr>Retrospect</vt:lpstr>
      <vt:lpstr>Azure – ELB (Elastic Load Balancer)</vt:lpstr>
      <vt:lpstr>Concepts of ELB (ElasticLoadBalancer)</vt:lpstr>
      <vt:lpstr>Concepts of ELB (ElasticLoadBalancer)</vt:lpstr>
      <vt:lpstr>Create Load Balancer</vt:lpstr>
      <vt:lpstr>Step1: Load Balancer Configuration</vt:lpstr>
      <vt:lpstr>Step2: Security Group</vt:lpstr>
      <vt:lpstr>After the Creation of LB</vt:lpstr>
      <vt:lpstr>AutoScaling</vt:lpstr>
      <vt:lpstr>Autoscaling Creation</vt:lpstr>
    </vt:vector>
  </TitlesOfParts>
  <Company>EMC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Glacier</dc:title>
  <dc:creator>S, Vishwanath</dc:creator>
  <cp:lastModifiedBy>S, Vishwanath</cp:lastModifiedBy>
  <cp:revision>34</cp:revision>
  <dcterms:created xsi:type="dcterms:W3CDTF">2018-07-27T15:06:26Z</dcterms:created>
  <dcterms:modified xsi:type="dcterms:W3CDTF">2018-08-14T03:21:26Z</dcterms:modified>
</cp:coreProperties>
</file>